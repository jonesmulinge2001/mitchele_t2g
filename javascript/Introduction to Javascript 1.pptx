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8" r:id="rId4"/>
    <p:sldId id="257" r:id="rId6"/>
    <p:sldId id="259" r:id="rId7"/>
    <p:sldId id="280" r:id="rId8"/>
    <p:sldId id="260" r:id="rId9"/>
    <p:sldId id="261" r:id="rId10"/>
    <p:sldId id="263" r:id="rId11"/>
    <p:sldId id="262" r:id="rId12"/>
    <p:sldId id="264" r:id="rId13"/>
    <p:sldId id="265" r:id="rId14"/>
    <p:sldId id="266" r:id="rId15"/>
    <p:sldId id="278" r:id="rId16"/>
    <p:sldId id="267" r:id="rId17"/>
    <p:sldId id="268" r:id="rId18"/>
    <p:sldId id="269" r:id="rId19"/>
    <p:sldId id="279" r:id="rId20"/>
    <p:sldId id="274" r:id="rId21"/>
    <p:sldId id="276" r:id="rId22"/>
    <p:sldId id="273" r:id="rId23"/>
    <p:sldId id="270" r:id="rId24"/>
    <p:sldId id="271" r:id="rId25"/>
    <p:sldId id="27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4" d="100"/>
          <a:sy n="114" d="100"/>
        </p:scale>
        <p:origin x="18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5FC2C83-3190-47CD-8D56-3C592F99F8D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50B14C22-F052-4A62-B6C5-9AC886F4C9E5}">
      <dgm:prSet/>
      <dgm:spPr/>
      <dgm:t>
        <a:bodyPr/>
        <a:lstStyle/>
        <a:p>
          <a:r>
            <a:rPr lang="en-US" dirty="0"/>
            <a:t>NodeJS is used for Server-side </a:t>
          </a:r>
        </a:p>
      </dgm:t>
    </dgm:pt>
    <dgm:pt modelId="{AA3D1596-3B1D-433F-8DEA-54C2A32CAA4F}" cxnId="{CC318066-9A2A-472D-BFB2-2F264F6107F5}" type="parTrans">
      <dgm:prSet/>
      <dgm:spPr/>
      <dgm:t>
        <a:bodyPr/>
        <a:lstStyle/>
        <a:p>
          <a:endParaRPr lang="en-US"/>
        </a:p>
      </dgm:t>
    </dgm:pt>
    <dgm:pt modelId="{9D9540D1-6188-4033-A9DE-1872E6C7D33E}" cxnId="{CC318066-9A2A-472D-BFB2-2F264F6107F5}" type="sibTrans">
      <dgm:prSet/>
      <dgm:spPr/>
      <dgm:t>
        <a:bodyPr/>
        <a:lstStyle/>
        <a:p>
          <a:endParaRPr lang="en-US"/>
        </a:p>
      </dgm:t>
    </dgm:pt>
    <dgm:pt modelId="{2761066D-3C69-48AC-8973-B521A6878940}">
      <dgm:prSet/>
      <dgm:spPr/>
      <dgm:t>
        <a:bodyPr/>
        <a:lstStyle/>
        <a:p>
          <a:pPr rtl="0"/>
          <a:r>
            <a:rPr lang="en-US" dirty="0" err="1">
              <a:latin typeface="Calibri Light" panose="020F0302020204030204"/>
            </a:rPr>
            <a:t>NodeJs</a:t>
          </a:r>
          <a:r>
            <a:rPr lang="en-US" dirty="0">
              <a:latin typeface="Calibri Light" panose="020F0302020204030204"/>
            </a:rPr>
            <a:t> Can </a:t>
          </a:r>
          <a:r>
            <a:rPr lang="en-US" dirty="0"/>
            <a:t>also access file system</a:t>
          </a:r>
          <a:r>
            <a:rPr lang="en-US" dirty="0">
              <a:latin typeface="Calibri Light" panose="020F0302020204030204"/>
            </a:rPr>
            <a:t> </a:t>
          </a:r>
          <a:endParaRPr lang="en-US" dirty="0"/>
        </a:p>
      </dgm:t>
    </dgm:pt>
    <dgm:pt modelId="{3026BBC3-DFD3-4D0D-8012-F55D8F156890}" cxnId="{919E84E4-F72B-45D6-A4F5-A9BB39F83E0F}" type="parTrans">
      <dgm:prSet/>
      <dgm:spPr/>
      <dgm:t>
        <a:bodyPr/>
        <a:lstStyle/>
        <a:p>
          <a:endParaRPr lang="en-US"/>
        </a:p>
      </dgm:t>
    </dgm:pt>
    <dgm:pt modelId="{535BC59B-F30C-4528-8278-5B3DC6900164}" cxnId="{919E84E4-F72B-45D6-A4F5-A9BB39F83E0F}" type="sibTrans">
      <dgm:prSet/>
      <dgm:spPr/>
      <dgm:t>
        <a:bodyPr/>
        <a:lstStyle/>
        <a:p>
          <a:endParaRPr lang="en-US"/>
        </a:p>
      </dgm:t>
    </dgm:pt>
    <dgm:pt modelId="{2E49A7ED-A2AA-475C-B663-28C1AA0DA820}" type="pres">
      <dgm:prSet presAssocID="{55FC2C83-3190-47CD-8D56-3C592F99F8D0}" presName="hierChild1" presStyleCnt="0">
        <dgm:presLayoutVars>
          <dgm:chPref val="1"/>
          <dgm:dir/>
          <dgm:animOne val="branch"/>
          <dgm:animLvl val="lvl"/>
          <dgm:resizeHandles/>
        </dgm:presLayoutVars>
      </dgm:prSet>
      <dgm:spPr/>
    </dgm:pt>
    <dgm:pt modelId="{38FE37A5-1332-4DE8-93B5-561F11B6698F}" type="pres">
      <dgm:prSet presAssocID="{50B14C22-F052-4A62-B6C5-9AC886F4C9E5}" presName="hierRoot1" presStyleCnt="0"/>
      <dgm:spPr/>
    </dgm:pt>
    <dgm:pt modelId="{C658AF1B-9C28-4DBD-9E44-1E913E509DA4}" type="pres">
      <dgm:prSet presAssocID="{50B14C22-F052-4A62-B6C5-9AC886F4C9E5}" presName="composite" presStyleCnt="0"/>
      <dgm:spPr/>
    </dgm:pt>
    <dgm:pt modelId="{FB8A711B-A28E-4C36-8F5F-A7F2FFA7D00B}" type="pres">
      <dgm:prSet presAssocID="{50B14C22-F052-4A62-B6C5-9AC886F4C9E5}" presName="background" presStyleLbl="node0" presStyleIdx="0" presStyleCnt="2"/>
      <dgm:spPr/>
    </dgm:pt>
    <dgm:pt modelId="{DCD69977-9A62-40AD-ADD0-221B50524668}" type="pres">
      <dgm:prSet presAssocID="{50B14C22-F052-4A62-B6C5-9AC886F4C9E5}" presName="text" presStyleLbl="fgAcc0" presStyleIdx="0" presStyleCnt="2">
        <dgm:presLayoutVars>
          <dgm:chPref val="3"/>
        </dgm:presLayoutVars>
      </dgm:prSet>
      <dgm:spPr/>
    </dgm:pt>
    <dgm:pt modelId="{DF39E6A0-E41E-457B-9F09-C77E6E150BF1}" type="pres">
      <dgm:prSet presAssocID="{50B14C22-F052-4A62-B6C5-9AC886F4C9E5}" presName="hierChild2" presStyleCnt="0"/>
      <dgm:spPr/>
    </dgm:pt>
    <dgm:pt modelId="{AED4E948-346E-41C8-9BBC-419E5ABF38E4}" type="pres">
      <dgm:prSet presAssocID="{2761066D-3C69-48AC-8973-B521A6878940}" presName="hierRoot1" presStyleCnt="0"/>
      <dgm:spPr/>
    </dgm:pt>
    <dgm:pt modelId="{852A063A-E7DB-4059-8413-C7252180C8AE}" type="pres">
      <dgm:prSet presAssocID="{2761066D-3C69-48AC-8973-B521A6878940}" presName="composite" presStyleCnt="0"/>
      <dgm:spPr/>
    </dgm:pt>
    <dgm:pt modelId="{9BB144C5-E73C-4ECB-A635-10A9CD5D72C9}" type="pres">
      <dgm:prSet presAssocID="{2761066D-3C69-48AC-8973-B521A6878940}" presName="background" presStyleLbl="node0" presStyleIdx="1" presStyleCnt="2"/>
      <dgm:spPr/>
    </dgm:pt>
    <dgm:pt modelId="{BDD32133-977E-49F4-9D7F-F3C1D0E546ED}" type="pres">
      <dgm:prSet presAssocID="{2761066D-3C69-48AC-8973-B521A6878940}" presName="text" presStyleLbl="fgAcc0" presStyleIdx="1" presStyleCnt="2">
        <dgm:presLayoutVars>
          <dgm:chPref val="3"/>
        </dgm:presLayoutVars>
      </dgm:prSet>
      <dgm:spPr/>
    </dgm:pt>
    <dgm:pt modelId="{B17607AE-BA68-413A-9273-3CDA24FF9EA6}" type="pres">
      <dgm:prSet presAssocID="{2761066D-3C69-48AC-8973-B521A6878940}" presName="hierChild2" presStyleCnt="0"/>
      <dgm:spPr/>
    </dgm:pt>
  </dgm:ptLst>
  <dgm:cxnLst>
    <dgm:cxn modelId="{CC318066-9A2A-472D-BFB2-2F264F6107F5}" srcId="{55FC2C83-3190-47CD-8D56-3C592F99F8D0}" destId="{50B14C22-F052-4A62-B6C5-9AC886F4C9E5}" srcOrd="0" destOrd="0" parTransId="{AA3D1596-3B1D-433F-8DEA-54C2A32CAA4F}" sibTransId="{9D9540D1-6188-4033-A9DE-1872E6C7D33E}"/>
    <dgm:cxn modelId="{3E1ADF90-4E68-4432-B008-8D7A9A1D9627}" type="presOf" srcId="{55FC2C83-3190-47CD-8D56-3C592F99F8D0}" destId="{2E49A7ED-A2AA-475C-B663-28C1AA0DA820}" srcOrd="0" destOrd="0" presId="urn:microsoft.com/office/officeart/2005/8/layout/hierarchy1"/>
    <dgm:cxn modelId="{CFB974C5-6ED3-4F34-84A2-D926939C189F}" type="presOf" srcId="{50B14C22-F052-4A62-B6C5-9AC886F4C9E5}" destId="{DCD69977-9A62-40AD-ADD0-221B50524668}" srcOrd="0" destOrd="0" presId="urn:microsoft.com/office/officeart/2005/8/layout/hierarchy1"/>
    <dgm:cxn modelId="{919E84E4-F72B-45D6-A4F5-A9BB39F83E0F}" srcId="{55FC2C83-3190-47CD-8D56-3C592F99F8D0}" destId="{2761066D-3C69-48AC-8973-B521A6878940}" srcOrd="1" destOrd="0" parTransId="{3026BBC3-DFD3-4D0D-8012-F55D8F156890}" sibTransId="{535BC59B-F30C-4528-8278-5B3DC6900164}"/>
    <dgm:cxn modelId="{D2712CF2-6B0C-42F1-9090-49C217EB7C81}" type="presOf" srcId="{2761066D-3C69-48AC-8973-B521A6878940}" destId="{BDD32133-977E-49F4-9D7F-F3C1D0E546ED}" srcOrd="0" destOrd="0" presId="urn:microsoft.com/office/officeart/2005/8/layout/hierarchy1"/>
    <dgm:cxn modelId="{76E9B7A1-1386-46A0-BE21-0C17C195804F}" type="presParOf" srcId="{2E49A7ED-A2AA-475C-B663-28C1AA0DA820}" destId="{38FE37A5-1332-4DE8-93B5-561F11B6698F}" srcOrd="0" destOrd="0" presId="urn:microsoft.com/office/officeart/2005/8/layout/hierarchy1"/>
    <dgm:cxn modelId="{DC1E8233-B368-4DA5-9CFC-7C49ED6E9371}" type="presParOf" srcId="{38FE37A5-1332-4DE8-93B5-561F11B6698F}" destId="{C658AF1B-9C28-4DBD-9E44-1E913E509DA4}" srcOrd="0" destOrd="0" presId="urn:microsoft.com/office/officeart/2005/8/layout/hierarchy1"/>
    <dgm:cxn modelId="{3D1E9F25-C705-49FE-95C2-B5BA1F59B42D}" type="presParOf" srcId="{C658AF1B-9C28-4DBD-9E44-1E913E509DA4}" destId="{FB8A711B-A28E-4C36-8F5F-A7F2FFA7D00B}" srcOrd="0" destOrd="0" presId="urn:microsoft.com/office/officeart/2005/8/layout/hierarchy1"/>
    <dgm:cxn modelId="{ACA70182-CB57-47CA-9766-CF74D316AD9F}" type="presParOf" srcId="{C658AF1B-9C28-4DBD-9E44-1E913E509DA4}" destId="{DCD69977-9A62-40AD-ADD0-221B50524668}" srcOrd="1" destOrd="0" presId="urn:microsoft.com/office/officeart/2005/8/layout/hierarchy1"/>
    <dgm:cxn modelId="{F2225398-5F75-42F2-B467-2094F3A737E0}" type="presParOf" srcId="{38FE37A5-1332-4DE8-93B5-561F11B6698F}" destId="{DF39E6A0-E41E-457B-9F09-C77E6E150BF1}" srcOrd="1" destOrd="0" presId="urn:microsoft.com/office/officeart/2005/8/layout/hierarchy1"/>
    <dgm:cxn modelId="{917AC68D-9C53-4685-8214-EBC933B09195}" type="presParOf" srcId="{2E49A7ED-A2AA-475C-B663-28C1AA0DA820}" destId="{AED4E948-346E-41C8-9BBC-419E5ABF38E4}" srcOrd="1" destOrd="0" presId="urn:microsoft.com/office/officeart/2005/8/layout/hierarchy1"/>
    <dgm:cxn modelId="{BF246968-8324-4879-AE4B-1419C484591E}" type="presParOf" srcId="{AED4E948-346E-41C8-9BBC-419E5ABF38E4}" destId="{852A063A-E7DB-4059-8413-C7252180C8AE}" srcOrd="0" destOrd="0" presId="urn:microsoft.com/office/officeart/2005/8/layout/hierarchy1"/>
    <dgm:cxn modelId="{2C3D28D4-6D66-4725-9AA6-C446F7400F8E}" type="presParOf" srcId="{852A063A-E7DB-4059-8413-C7252180C8AE}" destId="{9BB144C5-E73C-4ECB-A635-10A9CD5D72C9}" srcOrd="0" destOrd="0" presId="urn:microsoft.com/office/officeart/2005/8/layout/hierarchy1"/>
    <dgm:cxn modelId="{4D22B5A4-BAA8-407B-96A3-ACD72DA07847}" type="presParOf" srcId="{852A063A-E7DB-4059-8413-C7252180C8AE}" destId="{BDD32133-977E-49F4-9D7F-F3C1D0E546ED}" srcOrd="1" destOrd="0" presId="urn:microsoft.com/office/officeart/2005/8/layout/hierarchy1"/>
    <dgm:cxn modelId="{87B3255E-D1C8-45A9-8BD3-BC0808E18A8E}" type="presParOf" srcId="{AED4E948-346E-41C8-9BBC-419E5ABF38E4}" destId="{B17607AE-BA68-413A-9273-3CDA24FF9EA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E6B14D-0438-4A80-B617-8413749496F4}" type="doc">
      <dgm:prSet loTypeId="urn:microsoft.com/office/officeart/2005/8/layout/process5" loCatId="process" qsTypeId="urn:microsoft.com/office/officeart/2005/8/quickstyle/simple1" qsCatId="simple" csTypeId="urn:microsoft.com/office/officeart/2005/8/colors/accent3_2" csCatId="accent3" phldr="1"/>
      <dgm:spPr/>
      <dgm:t>
        <a:bodyPr/>
        <a:lstStyle/>
        <a:p>
          <a:endParaRPr lang="en-US"/>
        </a:p>
      </dgm:t>
    </dgm:pt>
    <dgm:pt modelId="{60FD97D8-64DC-47B1-A339-0B3E8938091D}">
      <dgm:prSet/>
      <dgm:spPr/>
      <dgm:t>
        <a:bodyPr/>
        <a:lstStyle/>
        <a:p>
          <a:r>
            <a:rPr lang="en-US"/>
            <a:t>It was created to standardize JavaScript</a:t>
          </a:r>
        </a:p>
      </dgm:t>
    </dgm:pt>
    <dgm:pt modelId="{856A003A-4B75-4C63-A9B6-BA1A3A6CBED8}" cxnId="{B08CB8D7-A3AE-40AC-AA11-F7823CACA195}" type="parTrans">
      <dgm:prSet/>
      <dgm:spPr/>
      <dgm:t>
        <a:bodyPr/>
        <a:lstStyle/>
        <a:p>
          <a:endParaRPr lang="en-US"/>
        </a:p>
      </dgm:t>
    </dgm:pt>
    <dgm:pt modelId="{E6337193-C089-4DC2-9CDB-542CCA72DFED}" cxnId="{B08CB8D7-A3AE-40AC-AA11-F7823CACA195}" type="sibTrans">
      <dgm:prSet/>
      <dgm:spPr/>
      <dgm:t>
        <a:bodyPr/>
        <a:lstStyle/>
        <a:p>
          <a:endParaRPr lang="en-US"/>
        </a:p>
      </dgm:t>
    </dgm:pt>
    <dgm:pt modelId="{AA529664-F44A-4129-903D-7BB2CD92B026}">
      <dgm:prSet/>
      <dgm:spPr/>
      <dgm:t>
        <a:bodyPr/>
        <a:lstStyle/>
        <a:p>
          <a:r>
            <a:rPr lang="en-US"/>
            <a:t>Browsers use ECMAScript to interpret JavaScript code</a:t>
          </a:r>
        </a:p>
      </dgm:t>
    </dgm:pt>
    <dgm:pt modelId="{6EB99305-0D5B-41FC-8E36-8BDE10AD15B6}" cxnId="{39CD4C39-E095-4D40-B812-AE11A74135F1}" type="parTrans">
      <dgm:prSet/>
      <dgm:spPr/>
      <dgm:t>
        <a:bodyPr/>
        <a:lstStyle/>
        <a:p>
          <a:endParaRPr lang="en-US"/>
        </a:p>
      </dgm:t>
    </dgm:pt>
    <dgm:pt modelId="{9F7F8AAF-7614-450E-BDBC-916DB31C11BC}" cxnId="{39CD4C39-E095-4D40-B812-AE11A74135F1}" type="sibTrans">
      <dgm:prSet/>
      <dgm:spPr/>
      <dgm:t>
        <a:bodyPr/>
        <a:lstStyle/>
        <a:p>
          <a:endParaRPr lang="en-US"/>
        </a:p>
      </dgm:t>
    </dgm:pt>
    <dgm:pt modelId="{06E08FAC-0232-46E6-AA9A-9A1F6D6988E6}">
      <dgm:prSet/>
      <dgm:spPr/>
      <dgm:t>
        <a:bodyPr/>
        <a:lstStyle/>
        <a:p>
          <a:r>
            <a:rPr lang="en-US"/>
            <a:t>ECMAScript provides the rules ,details and guidelines that a scripting language must contain to be considered part of ECMAScript</a:t>
          </a:r>
        </a:p>
      </dgm:t>
    </dgm:pt>
    <dgm:pt modelId="{54863530-94CC-4653-840D-DF145C2AC0A0}" cxnId="{1B5179E0-32F0-4A8C-BFA3-9F7748C0407E}" type="parTrans">
      <dgm:prSet/>
      <dgm:spPr/>
      <dgm:t>
        <a:bodyPr/>
        <a:lstStyle/>
        <a:p>
          <a:endParaRPr lang="en-US"/>
        </a:p>
      </dgm:t>
    </dgm:pt>
    <dgm:pt modelId="{084C551B-0A21-4FD0-B2FE-AB6807010EAB}" cxnId="{1B5179E0-32F0-4A8C-BFA3-9F7748C0407E}" type="sibTrans">
      <dgm:prSet/>
      <dgm:spPr/>
      <dgm:t>
        <a:bodyPr/>
        <a:lstStyle/>
        <a:p>
          <a:endParaRPr lang="en-US"/>
        </a:p>
      </dgm:t>
    </dgm:pt>
    <dgm:pt modelId="{B1BD8FD6-76EC-485B-B909-FE1D9FE25C84}" type="pres">
      <dgm:prSet presAssocID="{B1E6B14D-0438-4A80-B617-8413749496F4}" presName="diagram" presStyleCnt="0">
        <dgm:presLayoutVars>
          <dgm:dir/>
          <dgm:resizeHandles val="exact"/>
        </dgm:presLayoutVars>
      </dgm:prSet>
      <dgm:spPr/>
    </dgm:pt>
    <dgm:pt modelId="{D68C5097-5B26-4359-9687-32CD168D2CF7}" type="pres">
      <dgm:prSet presAssocID="{60FD97D8-64DC-47B1-A339-0B3E8938091D}" presName="node" presStyleLbl="node1" presStyleIdx="0" presStyleCnt="3">
        <dgm:presLayoutVars>
          <dgm:bulletEnabled val="1"/>
        </dgm:presLayoutVars>
      </dgm:prSet>
      <dgm:spPr/>
    </dgm:pt>
    <dgm:pt modelId="{A61C5DFB-2EE3-4C32-BA1D-7FF0FF208860}" type="pres">
      <dgm:prSet presAssocID="{E6337193-C089-4DC2-9CDB-542CCA72DFED}" presName="sibTrans" presStyleLbl="sibTrans2D1" presStyleIdx="0" presStyleCnt="2"/>
      <dgm:spPr/>
    </dgm:pt>
    <dgm:pt modelId="{BC92ACCF-ACF7-4A3A-822B-7FA8A42BBF5C}" type="pres">
      <dgm:prSet presAssocID="{E6337193-C089-4DC2-9CDB-542CCA72DFED}" presName="connectorText" presStyleLbl="sibTrans2D1" presStyleIdx="0" presStyleCnt="2"/>
      <dgm:spPr/>
    </dgm:pt>
    <dgm:pt modelId="{96C4C2BB-9DA1-4F28-9371-CD50CA46605D}" type="pres">
      <dgm:prSet presAssocID="{AA529664-F44A-4129-903D-7BB2CD92B026}" presName="node" presStyleLbl="node1" presStyleIdx="1" presStyleCnt="3">
        <dgm:presLayoutVars>
          <dgm:bulletEnabled val="1"/>
        </dgm:presLayoutVars>
      </dgm:prSet>
      <dgm:spPr/>
    </dgm:pt>
    <dgm:pt modelId="{8C167A3F-1F22-4A81-A94C-F985F4A25743}" type="pres">
      <dgm:prSet presAssocID="{9F7F8AAF-7614-450E-BDBC-916DB31C11BC}" presName="sibTrans" presStyleLbl="sibTrans2D1" presStyleIdx="1" presStyleCnt="2"/>
      <dgm:spPr/>
    </dgm:pt>
    <dgm:pt modelId="{E92DE740-A670-4410-941A-533C3A00406D}" type="pres">
      <dgm:prSet presAssocID="{9F7F8AAF-7614-450E-BDBC-916DB31C11BC}" presName="connectorText" presStyleLbl="sibTrans2D1" presStyleIdx="1" presStyleCnt="2"/>
      <dgm:spPr/>
    </dgm:pt>
    <dgm:pt modelId="{2B50C784-131D-4FE3-9117-599EF45F497D}" type="pres">
      <dgm:prSet presAssocID="{06E08FAC-0232-46E6-AA9A-9A1F6D6988E6}" presName="node" presStyleLbl="node1" presStyleIdx="2" presStyleCnt="3">
        <dgm:presLayoutVars>
          <dgm:bulletEnabled val="1"/>
        </dgm:presLayoutVars>
      </dgm:prSet>
      <dgm:spPr/>
    </dgm:pt>
  </dgm:ptLst>
  <dgm:cxnLst>
    <dgm:cxn modelId="{6DDC2E24-B8BF-442F-AF22-34D821F909CD}" type="presOf" srcId="{9F7F8AAF-7614-450E-BDBC-916DB31C11BC}" destId="{E92DE740-A670-4410-941A-533C3A00406D}" srcOrd="1" destOrd="0" presId="urn:microsoft.com/office/officeart/2005/8/layout/process5"/>
    <dgm:cxn modelId="{D1832A30-846E-49ED-9C77-BD7C5D03A5CC}" type="presOf" srcId="{60FD97D8-64DC-47B1-A339-0B3E8938091D}" destId="{D68C5097-5B26-4359-9687-32CD168D2CF7}" srcOrd="0" destOrd="0" presId="urn:microsoft.com/office/officeart/2005/8/layout/process5"/>
    <dgm:cxn modelId="{39CD4C39-E095-4D40-B812-AE11A74135F1}" srcId="{B1E6B14D-0438-4A80-B617-8413749496F4}" destId="{AA529664-F44A-4129-903D-7BB2CD92B026}" srcOrd="1" destOrd="0" parTransId="{6EB99305-0D5B-41FC-8E36-8BDE10AD15B6}" sibTransId="{9F7F8AAF-7614-450E-BDBC-916DB31C11BC}"/>
    <dgm:cxn modelId="{0EF50F3D-7BF5-4935-AB64-79D336B7C927}" type="presOf" srcId="{E6337193-C089-4DC2-9CDB-542CCA72DFED}" destId="{BC92ACCF-ACF7-4A3A-822B-7FA8A42BBF5C}" srcOrd="1" destOrd="0" presId="urn:microsoft.com/office/officeart/2005/8/layout/process5"/>
    <dgm:cxn modelId="{E0E938D0-0E0F-440C-8F1D-99D0C96E7EF5}" type="presOf" srcId="{9F7F8AAF-7614-450E-BDBC-916DB31C11BC}" destId="{8C167A3F-1F22-4A81-A94C-F985F4A25743}" srcOrd="0" destOrd="0" presId="urn:microsoft.com/office/officeart/2005/8/layout/process5"/>
    <dgm:cxn modelId="{B08CB8D7-A3AE-40AC-AA11-F7823CACA195}" srcId="{B1E6B14D-0438-4A80-B617-8413749496F4}" destId="{60FD97D8-64DC-47B1-A339-0B3E8938091D}" srcOrd="0" destOrd="0" parTransId="{856A003A-4B75-4C63-A9B6-BA1A3A6CBED8}" sibTransId="{E6337193-C089-4DC2-9CDB-542CCA72DFED}"/>
    <dgm:cxn modelId="{1B5179E0-32F0-4A8C-BFA3-9F7748C0407E}" srcId="{B1E6B14D-0438-4A80-B617-8413749496F4}" destId="{06E08FAC-0232-46E6-AA9A-9A1F6D6988E6}" srcOrd="2" destOrd="0" parTransId="{54863530-94CC-4653-840D-DF145C2AC0A0}" sibTransId="{084C551B-0A21-4FD0-B2FE-AB6807010EAB}"/>
    <dgm:cxn modelId="{F078E2EC-5A6D-4499-B7D3-9A0BA4FA0A63}" type="presOf" srcId="{AA529664-F44A-4129-903D-7BB2CD92B026}" destId="{96C4C2BB-9DA1-4F28-9371-CD50CA46605D}" srcOrd="0" destOrd="0" presId="urn:microsoft.com/office/officeart/2005/8/layout/process5"/>
    <dgm:cxn modelId="{A2551AF2-A6B7-4724-A9C0-73FF4D6E4294}" type="presOf" srcId="{B1E6B14D-0438-4A80-B617-8413749496F4}" destId="{B1BD8FD6-76EC-485B-B909-FE1D9FE25C84}" srcOrd="0" destOrd="0" presId="urn:microsoft.com/office/officeart/2005/8/layout/process5"/>
    <dgm:cxn modelId="{C1D896F2-7D77-47DB-BF95-39B5402401E7}" type="presOf" srcId="{E6337193-C089-4DC2-9CDB-542CCA72DFED}" destId="{A61C5DFB-2EE3-4C32-BA1D-7FF0FF208860}" srcOrd="0" destOrd="0" presId="urn:microsoft.com/office/officeart/2005/8/layout/process5"/>
    <dgm:cxn modelId="{177256FF-A611-42F2-8989-5DB0C9AC275C}" type="presOf" srcId="{06E08FAC-0232-46E6-AA9A-9A1F6D6988E6}" destId="{2B50C784-131D-4FE3-9117-599EF45F497D}" srcOrd="0" destOrd="0" presId="urn:microsoft.com/office/officeart/2005/8/layout/process5"/>
    <dgm:cxn modelId="{CB93C3ED-E81C-42B0-8CA2-F9616A2B340F}" type="presParOf" srcId="{B1BD8FD6-76EC-485B-B909-FE1D9FE25C84}" destId="{D68C5097-5B26-4359-9687-32CD168D2CF7}" srcOrd="0" destOrd="0" presId="urn:microsoft.com/office/officeart/2005/8/layout/process5"/>
    <dgm:cxn modelId="{CAEDD912-0A2D-43C3-95DC-67F0894752C7}" type="presParOf" srcId="{B1BD8FD6-76EC-485B-B909-FE1D9FE25C84}" destId="{A61C5DFB-2EE3-4C32-BA1D-7FF0FF208860}" srcOrd="1" destOrd="0" presId="urn:microsoft.com/office/officeart/2005/8/layout/process5"/>
    <dgm:cxn modelId="{B5660059-8E6E-4F58-B0E3-D90D129D63D3}" type="presParOf" srcId="{A61C5DFB-2EE3-4C32-BA1D-7FF0FF208860}" destId="{BC92ACCF-ACF7-4A3A-822B-7FA8A42BBF5C}" srcOrd="0" destOrd="0" presId="urn:microsoft.com/office/officeart/2005/8/layout/process5"/>
    <dgm:cxn modelId="{4E8CA676-65AD-48AC-A60D-AF2806ED9F14}" type="presParOf" srcId="{B1BD8FD6-76EC-485B-B909-FE1D9FE25C84}" destId="{96C4C2BB-9DA1-4F28-9371-CD50CA46605D}" srcOrd="2" destOrd="0" presId="urn:microsoft.com/office/officeart/2005/8/layout/process5"/>
    <dgm:cxn modelId="{7CB0916A-D749-4C3A-8A11-B8E057F9FE37}" type="presParOf" srcId="{B1BD8FD6-76EC-485B-B909-FE1D9FE25C84}" destId="{8C167A3F-1F22-4A81-A94C-F985F4A25743}" srcOrd="3" destOrd="0" presId="urn:microsoft.com/office/officeart/2005/8/layout/process5"/>
    <dgm:cxn modelId="{2259E522-4EDB-4591-8703-9760AC642481}" type="presParOf" srcId="{8C167A3F-1F22-4A81-A94C-F985F4A25743}" destId="{E92DE740-A670-4410-941A-533C3A00406D}" srcOrd="0" destOrd="0" presId="urn:microsoft.com/office/officeart/2005/8/layout/process5"/>
    <dgm:cxn modelId="{57CBF619-79E3-4712-94B9-EBBBCF3A9A55}" type="presParOf" srcId="{B1BD8FD6-76EC-485B-B909-FE1D9FE25C84}" destId="{2B50C784-131D-4FE3-9117-599EF45F497D}"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1996D5-4E6C-46D9-9991-7530C6FB1D04}"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2B5CF59D-FC50-479E-883A-787891C9743D}">
      <dgm:prSet/>
      <dgm:spPr/>
      <dgm:t>
        <a:bodyPr/>
        <a:lstStyle/>
        <a:p>
          <a:r>
            <a:rPr lang="en-US"/>
            <a:t>ReactJS, Angular and VueJS among others are Frontend Frameworks designed to be used with web applications and interactive websites</a:t>
          </a:r>
        </a:p>
      </dgm:t>
    </dgm:pt>
    <dgm:pt modelId="{5AC40595-D4C5-489C-A029-3371149CBD69}" cxnId="{68D18AEC-12AD-4835-AE31-595E3F220824}" type="parTrans">
      <dgm:prSet/>
      <dgm:spPr/>
      <dgm:t>
        <a:bodyPr/>
        <a:lstStyle/>
        <a:p>
          <a:endParaRPr lang="en-US"/>
        </a:p>
      </dgm:t>
    </dgm:pt>
    <dgm:pt modelId="{D0DD1744-A7E3-499C-BF86-7978AB2B4F7D}" cxnId="{68D18AEC-12AD-4835-AE31-595E3F220824}" type="sibTrans">
      <dgm:prSet phldrT="1" phldr="0"/>
      <dgm:spPr/>
      <dgm:t>
        <a:bodyPr/>
        <a:lstStyle/>
        <a:p>
          <a:r>
            <a:rPr lang="en-US"/>
            <a:t>1</a:t>
          </a:r>
        </a:p>
      </dgm:t>
    </dgm:pt>
    <dgm:pt modelId="{CBC3E9DA-C3DF-4385-A838-FCDFFC1BAE8F}">
      <dgm:prSet/>
      <dgm:spPr/>
      <dgm:t>
        <a:bodyPr/>
        <a:lstStyle/>
        <a:p>
          <a:r>
            <a:rPr lang="en-US"/>
            <a:t>NodeJS – a platform built on JavaScript .Used to run advanced operation and applications on servers such as querying a database ,authenticate users and others.</a:t>
          </a:r>
        </a:p>
      </dgm:t>
    </dgm:pt>
    <dgm:pt modelId="{45C153AC-35B0-494B-95A9-7226D30DA4BA}" cxnId="{58219B7A-F16F-47FE-A0EE-CC28FFD03C38}" type="parTrans">
      <dgm:prSet/>
      <dgm:spPr/>
      <dgm:t>
        <a:bodyPr/>
        <a:lstStyle/>
        <a:p>
          <a:endParaRPr lang="en-US"/>
        </a:p>
      </dgm:t>
    </dgm:pt>
    <dgm:pt modelId="{F1B92A79-3B74-422F-9384-867BF6435705}" cxnId="{58219B7A-F16F-47FE-A0EE-CC28FFD03C38}" type="sibTrans">
      <dgm:prSet phldrT="2" phldr="0"/>
      <dgm:spPr/>
      <dgm:t>
        <a:bodyPr/>
        <a:lstStyle/>
        <a:p>
          <a:r>
            <a:rPr lang="en-US"/>
            <a:t>2</a:t>
          </a:r>
        </a:p>
      </dgm:t>
    </dgm:pt>
    <dgm:pt modelId="{965BF183-1A3C-443D-93AD-AC2CB9BC6094}">
      <dgm:prSet/>
      <dgm:spPr/>
      <dgm:t>
        <a:bodyPr/>
        <a:lstStyle/>
        <a:p>
          <a:r>
            <a:rPr lang="en-US"/>
            <a:t>NPM is a JavaScript Package manager with a lot of Open source Projects and Libraries.(part of Node)</a:t>
          </a:r>
        </a:p>
      </dgm:t>
    </dgm:pt>
    <dgm:pt modelId="{7D86FAA6-A609-4B75-B784-82C6C2F8F2AA}" cxnId="{B07D0844-A759-4288-9C4D-238AF78D4A71}" type="parTrans">
      <dgm:prSet/>
      <dgm:spPr/>
      <dgm:t>
        <a:bodyPr/>
        <a:lstStyle/>
        <a:p>
          <a:endParaRPr lang="en-US"/>
        </a:p>
      </dgm:t>
    </dgm:pt>
    <dgm:pt modelId="{80CB6A82-E459-41C5-8C5A-88A3537B6938}" cxnId="{B07D0844-A759-4288-9C4D-238AF78D4A71}" type="sibTrans">
      <dgm:prSet phldrT="3" phldr="0"/>
      <dgm:spPr/>
      <dgm:t>
        <a:bodyPr/>
        <a:lstStyle/>
        <a:p>
          <a:r>
            <a:rPr lang="en-US"/>
            <a:t>3</a:t>
          </a:r>
        </a:p>
      </dgm:t>
    </dgm:pt>
    <dgm:pt modelId="{9361B1C2-7292-45AE-BC40-04A05F9D1E21}" type="pres">
      <dgm:prSet presAssocID="{531996D5-4E6C-46D9-9991-7530C6FB1D04}" presName="Name0" presStyleCnt="0">
        <dgm:presLayoutVars>
          <dgm:animLvl val="lvl"/>
          <dgm:resizeHandles val="exact"/>
        </dgm:presLayoutVars>
      </dgm:prSet>
      <dgm:spPr/>
    </dgm:pt>
    <dgm:pt modelId="{366A112E-1F97-4819-A2F5-B0132EE6D543}" type="pres">
      <dgm:prSet presAssocID="{2B5CF59D-FC50-479E-883A-787891C9743D}" presName="compositeNode" presStyleCnt="0">
        <dgm:presLayoutVars>
          <dgm:bulletEnabled val="1"/>
        </dgm:presLayoutVars>
      </dgm:prSet>
      <dgm:spPr/>
    </dgm:pt>
    <dgm:pt modelId="{FE2A64DA-480D-42E6-AA02-D1B206B5F8E5}" type="pres">
      <dgm:prSet presAssocID="{2B5CF59D-FC50-479E-883A-787891C9743D}" presName="bgRect" presStyleLbl="bgAccFollowNode1" presStyleIdx="0" presStyleCnt="3"/>
      <dgm:spPr/>
    </dgm:pt>
    <dgm:pt modelId="{537A3B61-E90C-4C22-AAAC-B3963FB41C64}" type="pres">
      <dgm:prSet presAssocID="{D0DD1744-A7E3-499C-BF86-7978AB2B4F7D}" presName="sibTransNodeCircle" presStyleLbl="alignNode1" presStyleIdx="0" presStyleCnt="6">
        <dgm:presLayoutVars>
          <dgm:chMax val="0"/>
          <dgm:bulletEnabled/>
        </dgm:presLayoutVars>
      </dgm:prSet>
      <dgm:spPr/>
    </dgm:pt>
    <dgm:pt modelId="{F61DCCA6-0771-4297-B469-BF70CEAAEEE2}" type="pres">
      <dgm:prSet presAssocID="{2B5CF59D-FC50-479E-883A-787891C9743D}" presName="bottomLine" presStyleLbl="alignNode1" presStyleIdx="1" presStyleCnt="6">
        <dgm:presLayoutVars/>
      </dgm:prSet>
      <dgm:spPr/>
    </dgm:pt>
    <dgm:pt modelId="{AF136578-0BC4-4F4B-905F-563D9120556D}" type="pres">
      <dgm:prSet presAssocID="{2B5CF59D-FC50-479E-883A-787891C9743D}" presName="nodeText" presStyleLbl="bgAccFollowNode1" presStyleIdx="0" presStyleCnt="3">
        <dgm:presLayoutVars>
          <dgm:bulletEnabled val="1"/>
        </dgm:presLayoutVars>
      </dgm:prSet>
      <dgm:spPr/>
    </dgm:pt>
    <dgm:pt modelId="{DD768D8C-4E29-4821-8866-A890A943B7A9}" type="pres">
      <dgm:prSet presAssocID="{D0DD1744-A7E3-499C-BF86-7978AB2B4F7D}" presName="sibTrans" presStyleCnt="0"/>
      <dgm:spPr/>
    </dgm:pt>
    <dgm:pt modelId="{F9340BC4-9776-431D-BB61-9CEEBAAFF224}" type="pres">
      <dgm:prSet presAssocID="{CBC3E9DA-C3DF-4385-A838-FCDFFC1BAE8F}" presName="compositeNode" presStyleCnt="0">
        <dgm:presLayoutVars>
          <dgm:bulletEnabled val="1"/>
        </dgm:presLayoutVars>
      </dgm:prSet>
      <dgm:spPr/>
    </dgm:pt>
    <dgm:pt modelId="{D1AB22AD-47C4-4B25-8AA4-5552BE856180}" type="pres">
      <dgm:prSet presAssocID="{CBC3E9DA-C3DF-4385-A838-FCDFFC1BAE8F}" presName="bgRect" presStyleLbl="bgAccFollowNode1" presStyleIdx="1" presStyleCnt="3"/>
      <dgm:spPr/>
    </dgm:pt>
    <dgm:pt modelId="{DA3D2394-0B67-4034-B910-B53547595EED}" type="pres">
      <dgm:prSet presAssocID="{F1B92A79-3B74-422F-9384-867BF6435705}" presName="sibTransNodeCircle" presStyleLbl="alignNode1" presStyleIdx="2" presStyleCnt="6">
        <dgm:presLayoutVars>
          <dgm:chMax val="0"/>
          <dgm:bulletEnabled/>
        </dgm:presLayoutVars>
      </dgm:prSet>
      <dgm:spPr/>
    </dgm:pt>
    <dgm:pt modelId="{128B6AE4-876E-4E8B-A6A8-A4328402FB5D}" type="pres">
      <dgm:prSet presAssocID="{CBC3E9DA-C3DF-4385-A838-FCDFFC1BAE8F}" presName="bottomLine" presStyleLbl="alignNode1" presStyleIdx="3" presStyleCnt="6">
        <dgm:presLayoutVars/>
      </dgm:prSet>
      <dgm:spPr/>
    </dgm:pt>
    <dgm:pt modelId="{E487B282-DCC4-4287-B0A6-C72434AE7DBF}" type="pres">
      <dgm:prSet presAssocID="{CBC3E9DA-C3DF-4385-A838-FCDFFC1BAE8F}" presName="nodeText" presStyleLbl="bgAccFollowNode1" presStyleIdx="1" presStyleCnt="3">
        <dgm:presLayoutVars>
          <dgm:bulletEnabled val="1"/>
        </dgm:presLayoutVars>
      </dgm:prSet>
      <dgm:spPr/>
    </dgm:pt>
    <dgm:pt modelId="{096BF223-8963-4026-864A-057F66AC3A76}" type="pres">
      <dgm:prSet presAssocID="{F1B92A79-3B74-422F-9384-867BF6435705}" presName="sibTrans" presStyleCnt="0"/>
      <dgm:spPr/>
    </dgm:pt>
    <dgm:pt modelId="{D5AE860F-4E02-419E-823A-C184D66DD10A}" type="pres">
      <dgm:prSet presAssocID="{965BF183-1A3C-443D-93AD-AC2CB9BC6094}" presName="compositeNode" presStyleCnt="0">
        <dgm:presLayoutVars>
          <dgm:bulletEnabled val="1"/>
        </dgm:presLayoutVars>
      </dgm:prSet>
      <dgm:spPr/>
    </dgm:pt>
    <dgm:pt modelId="{07D217C6-C8D9-4E1C-8DC6-98384038A1F5}" type="pres">
      <dgm:prSet presAssocID="{965BF183-1A3C-443D-93AD-AC2CB9BC6094}" presName="bgRect" presStyleLbl="bgAccFollowNode1" presStyleIdx="2" presStyleCnt="3"/>
      <dgm:spPr/>
    </dgm:pt>
    <dgm:pt modelId="{F36E882A-B233-4110-A46A-BB8B49A00A83}" type="pres">
      <dgm:prSet presAssocID="{80CB6A82-E459-41C5-8C5A-88A3537B6938}" presName="sibTransNodeCircle" presStyleLbl="alignNode1" presStyleIdx="4" presStyleCnt="6">
        <dgm:presLayoutVars>
          <dgm:chMax val="0"/>
          <dgm:bulletEnabled/>
        </dgm:presLayoutVars>
      </dgm:prSet>
      <dgm:spPr/>
    </dgm:pt>
    <dgm:pt modelId="{931E9302-020D-4E96-992C-86DA3CF1E529}" type="pres">
      <dgm:prSet presAssocID="{965BF183-1A3C-443D-93AD-AC2CB9BC6094}" presName="bottomLine" presStyleLbl="alignNode1" presStyleIdx="5" presStyleCnt="6">
        <dgm:presLayoutVars/>
      </dgm:prSet>
      <dgm:spPr/>
    </dgm:pt>
    <dgm:pt modelId="{77DA98F4-FD3A-4338-BDDE-3ABBB2765F4C}" type="pres">
      <dgm:prSet presAssocID="{965BF183-1A3C-443D-93AD-AC2CB9BC6094}" presName="nodeText" presStyleLbl="bgAccFollowNode1" presStyleIdx="2" presStyleCnt="3">
        <dgm:presLayoutVars>
          <dgm:bulletEnabled val="1"/>
        </dgm:presLayoutVars>
      </dgm:prSet>
      <dgm:spPr/>
    </dgm:pt>
  </dgm:ptLst>
  <dgm:cxnLst>
    <dgm:cxn modelId="{93528B0F-2F8F-4B4B-B907-2347C97DA466}" type="presOf" srcId="{CBC3E9DA-C3DF-4385-A838-FCDFFC1BAE8F}" destId="{E487B282-DCC4-4287-B0A6-C72434AE7DBF}" srcOrd="1" destOrd="0" presId="urn:microsoft.com/office/officeart/2016/7/layout/BasicLinearProcessNumbered"/>
    <dgm:cxn modelId="{06536A28-2F10-499A-87F1-7746579BE299}" type="presOf" srcId="{D0DD1744-A7E3-499C-BF86-7978AB2B4F7D}" destId="{537A3B61-E90C-4C22-AAAC-B3963FB41C64}" srcOrd="0" destOrd="0" presId="urn:microsoft.com/office/officeart/2016/7/layout/BasicLinearProcessNumbered"/>
    <dgm:cxn modelId="{FD609741-9036-4513-B295-74AA6834DBA8}" type="presOf" srcId="{965BF183-1A3C-443D-93AD-AC2CB9BC6094}" destId="{07D217C6-C8D9-4E1C-8DC6-98384038A1F5}" srcOrd="0" destOrd="0" presId="urn:microsoft.com/office/officeart/2016/7/layout/BasicLinearProcessNumbered"/>
    <dgm:cxn modelId="{AD8D7C63-06D2-42B7-B11C-86036370643A}" type="presOf" srcId="{2B5CF59D-FC50-479E-883A-787891C9743D}" destId="{FE2A64DA-480D-42E6-AA02-D1B206B5F8E5}" srcOrd="0" destOrd="0" presId="urn:microsoft.com/office/officeart/2016/7/layout/BasicLinearProcessNumbered"/>
    <dgm:cxn modelId="{B07D0844-A759-4288-9C4D-238AF78D4A71}" srcId="{531996D5-4E6C-46D9-9991-7530C6FB1D04}" destId="{965BF183-1A3C-443D-93AD-AC2CB9BC6094}" srcOrd="2" destOrd="0" parTransId="{7D86FAA6-A609-4B75-B784-82C6C2F8F2AA}" sibTransId="{80CB6A82-E459-41C5-8C5A-88A3537B6938}"/>
    <dgm:cxn modelId="{C00EB54B-9CAB-47A8-B818-EF903A76D2CA}" type="presOf" srcId="{80CB6A82-E459-41C5-8C5A-88A3537B6938}" destId="{F36E882A-B233-4110-A46A-BB8B49A00A83}" srcOrd="0" destOrd="0" presId="urn:microsoft.com/office/officeart/2016/7/layout/BasicLinearProcessNumbered"/>
    <dgm:cxn modelId="{EB9FD76D-E13C-490D-872B-C73F47A59382}" type="presOf" srcId="{2B5CF59D-FC50-479E-883A-787891C9743D}" destId="{AF136578-0BC4-4F4B-905F-563D9120556D}" srcOrd="1" destOrd="0" presId="urn:microsoft.com/office/officeart/2016/7/layout/BasicLinearProcessNumbered"/>
    <dgm:cxn modelId="{58219B7A-F16F-47FE-A0EE-CC28FFD03C38}" srcId="{531996D5-4E6C-46D9-9991-7530C6FB1D04}" destId="{CBC3E9DA-C3DF-4385-A838-FCDFFC1BAE8F}" srcOrd="1" destOrd="0" parTransId="{45C153AC-35B0-494B-95A9-7226D30DA4BA}" sibTransId="{F1B92A79-3B74-422F-9384-867BF6435705}"/>
    <dgm:cxn modelId="{0E5C61A0-F554-4CC4-A9A1-DC268E400FFE}" type="presOf" srcId="{F1B92A79-3B74-422F-9384-867BF6435705}" destId="{DA3D2394-0B67-4034-B910-B53547595EED}" srcOrd="0" destOrd="0" presId="urn:microsoft.com/office/officeart/2016/7/layout/BasicLinearProcessNumbered"/>
    <dgm:cxn modelId="{8BD870BE-9A04-4217-9B22-2FDDACCA8183}" type="presOf" srcId="{965BF183-1A3C-443D-93AD-AC2CB9BC6094}" destId="{77DA98F4-FD3A-4338-BDDE-3ABBB2765F4C}" srcOrd="1" destOrd="0" presId="urn:microsoft.com/office/officeart/2016/7/layout/BasicLinearProcessNumbered"/>
    <dgm:cxn modelId="{3B0EB9C6-4853-4B2D-B3E1-E0B589AA799D}" type="presOf" srcId="{CBC3E9DA-C3DF-4385-A838-FCDFFC1BAE8F}" destId="{D1AB22AD-47C4-4B25-8AA4-5552BE856180}" srcOrd="0" destOrd="0" presId="urn:microsoft.com/office/officeart/2016/7/layout/BasicLinearProcessNumbered"/>
    <dgm:cxn modelId="{28265CEA-1293-401D-8854-739439C579AD}" type="presOf" srcId="{531996D5-4E6C-46D9-9991-7530C6FB1D04}" destId="{9361B1C2-7292-45AE-BC40-04A05F9D1E21}" srcOrd="0" destOrd="0" presId="urn:microsoft.com/office/officeart/2016/7/layout/BasicLinearProcessNumbered"/>
    <dgm:cxn modelId="{68D18AEC-12AD-4835-AE31-595E3F220824}" srcId="{531996D5-4E6C-46D9-9991-7530C6FB1D04}" destId="{2B5CF59D-FC50-479E-883A-787891C9743D}" srcOrd="0" destOrd="0" parTransId="{5AC40595-D4C5-489C-A029-3371149CBD69}" sibTransId="{D0DD1744-A7E3-499C-BF86-7978AB2B4F7D}"/>
    <dgm:cxn modelId="{8A9338C2-D6B1-4D14-A1FD-269A1F206BDD}" type="presParOf" srcId="{9361B1C2-7292-45AE-BC40-04A05F9D1E21}" destId="{366A112E-1F97-4819-A2F5-B0132EE6D543}" srcOrd="0" destOrd="0" presId="urn:microsoft.com/office/officeart/2016/7/layout/BasicLinearProcessNumbered"/>
    <dgm:cxn modelId="{0C6094FF-0427-479A-9CFD-AF0EE5D041C2}" type="presParOf" srcId="{366A112E-1F97-4819-A2F5-B0132EE6D543}" destId="{FE2A64DA-480D-42E6-AA02-D1B206B5F8E5}" srcOrd="0" destOrd="0" presId="urn:microsoft.com/office/officeart/2016/7/layout/BasicLinearProcessNumbered"/>
    <dgm:cxn modelId="{CCA12E2B-6E6B-48C8-8B38-1C50FBF6A37B}" type="presParOf" srcId="{366A112E-1F97-4819-A2F5-B0132EE6D543}" destId="{537A3B61-E90C-4C22-AAAC-B3963FB41C64}" srcOrd="1" destOrd="0" presId="urn:microsoft.com/office/officeart/2016/7/layout/BasicLinearProcessNumbered"/>
    <dgm:cxn modelId="{E98CB832-4566-4159-9F1D-CC99DC08C9F7}" type="presParOf" srcId="{366A112E-1F97-4819-A2F5-B0132EE6D543}" destId="{F61DCCA6-0771-4297-B469-BF70CEAAEEE2}" srcOrd="2" destOrd="0" presId="urn:microsoft.com/office/officeart/2016/7/layout/BasicLinearProcessNumbered"/>
    <dgm:cxn modelId="{036C8C2F-0E6D-4AE6-B331-94F19C91F3AA}" type="presParOf" srcId="{366A112E-1F97-4819-A2F5-B0132EE6D543}" destId="{AF136578-0BC4-4F4B-905F-563D9120556D}" srcOrd="3" destOrd="0" presId="urn:microsoft.com/office/officeart/2016/7/layout/BasicLinearProcessNumbered"/>
    <dgm:cxn modelId="{3BD07C9B-9CBD-499D-8596-6CB577EE5588}" type="presParOf" srcId="{9361B1C2-7292-45AE-BC40-04A05F9D1E21}" destId="{DD768D8C-4E29-4821-8866-A890A943B7A9}" srcOrd="1" destOrd="0" presId="urn:microsoft.com/office/officeart/2016/7/layout/BasicLinearProcessNumbered"/>
    <dgm:cxn modelId="{9A829BD0-6559-4DDD-8849-49EE8EFCABF4}" type="presParOf" srcId="{9361B1C2-7292-45AE-BC40-04A05F9D1E21}" destId="{F9340BC4-9776-431D-BB61-9CEEBAAFF224}" srcOrd="2" destOrd="0" presId="urn:microsoft.com/office/officeart/2016/7/layout/BasicLinearProcessNumbered"/>
    <dgm:cxn modelId="{19AF35D3-4733-46D7-9EA4-1B2A0537E7E7}" type="presParOf" srcId="{F9340BC4-9776-431D-BB61-9CEEBAAFF224}" destId="{D1AB22AD-47C4-4B25-8AA4-5552BE856180}" srcOrd="0" destOrd="0" presId="urn:microsoft.com/office/officeart/2016/7/layout/BasicLinearProcessNumbered"/>
    <dgm:cxn modelId="{6ACA3028-5D36-408F-9DFE-8C7074E0A3E5}" type="presParOf" srcId="{F9340BC4-9776-431D-BB61-9CEEBAAFF224}" destId="{DA3D2394-0B67-4034-B910-B53547595EED}" srcOrd="1" destOrd="0" presId="urn:microsoft.com/office/officeart/2016/7/layout/BasicLinearProcessNumbered"/>
    <dgm:cxn modelId="{5693FC10-C68C-40BA-AA77-5338AA15CFD2}" type="presParOf" srcId="{F9340BC4-9776-431D-BB61-9CEEBAAFF224}" destId="{128B6AE4-876E-4E8B-A6A8-A4328402FB5D}" srcOrd="2" destOrd="0" presId="urn:microsoft.com/office/officeart/2016/7/layout/BasicLinearProcessNumbered"/>
    <dgm:cxn modelId="{C83E12CC-29ED-4F68-AB4D-B3E726CAE2DC}" type="presParOf" srcId="{F9340BC4-9776-431D-BB61-9CEEBAAFF224}" destId="{E487B282-DCC4-4287-B0A6-C72434AE7DBF}" srcOrd="3" destOrd="0" presId="urn:microsoft.com/office/officeart/2016/7/layout/BasicLinearProcessNumbered"/>
    <dgm:cxn modelId="{C87D35FA-1739-400C-962F-5F66FB073212}" type="presParOf" srcId="{9361B1C2-7292-45AE-BC40-04A05F9D1E21}" destId="{096BF223-8963-4026-864A-057F66AC3A76}" srcOrd="3" destOrd="0" presId="urn:microsoft.com/office/officeart/2016/7/layout/BasicLinearProcessNumbered"/>
    <dgm:cxn modelId="{FC98EFEC-5778-4E6C-8F71-44F3DF5B29E3}" type="presParOf" srcId="{9361B1C2-7292-45AE-BC40-04A05F9D1E21}" destId="{D5AE860F-4E02-419E-823A-C184D66DD10A}" srcOrd="4" destOrd="0" presId="urn:microsoft.com/office/officeart/2016/7/layout/BasicLinearProcessNumbered"/>
    <dgm:cxn modelId="{A1C4076A-28F6-41C7-967E-74A9DB090BBC}" type="presParOf" srcId="{D5AE860F-4E02-419E-823A-C184D66DD10A}" destId="{07D217C6-C8D9-4E1C-8DC6-98384038A1F5}" srcOrd="0" destOrd="0" presId="urn:microsoft.com/office/officeart/2016/7/layout/BasicLinearProcessNumbered"/>
    <dgm:cxn modelId="{263763BD-343E-42A5-A69E-FC0551E90193}" type="presParOf" srcId="{D5AE860F-4E02-419E-823A-C184D66DD10A}" destId="{F36E882A-B233-4110-A46A-BB8B49A00A83}" srcOrd="1" destOrd="0" presId="urn:microsoft.com/office/officeart/2016/7/layout/BasicLinearProcessNumbered"/>
    <dgm:cxn modelId="{0D413BD8-FBDD-40B2-A65A-ACA06AC3F261}" type="presParOf" srcId="{D5AE860F-4E02-419E-823A-C184D66DD10A}" destId="{931E9302-020D-4E96-992C-86DA3CF1E529}" srcOrd="2" destOrd="0" presId="urn:microsoft.com/office/officeart/2016/7/layout/BasicLinearProcessNumbered"/>
    <dgm:cxn modelId="{4D4E3B21-CEF2-4398-8E05-75EBB4B6359A}" type="presParOf" srcId="{D5AE860F-4E02-419E-823A-C184D66DD10A}" destId="{77DA98F4-FD3A-4338-BDDE-3ABBB2765F4C}"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D2656C-6E65-4514-AB4D-EF9E4D4142E8}" type="doc">
      <dgm:prSet loTypeId="urn:microsoft.com/office/officeart/2005/8/layout/hierarchy1" loCatId="hierarchy" qsTypeId="urn:microsoft.com/office/officeart/2005/8/quickstyle/simple5" qsCatId="simple" csTypeId="urn:microsoft.com/office/officeart/2005/8/colors/accent2_2" csCatId="accent2"/>
      <dgm:spPr/>
      <dgm:t>
        <a:bodyPr/>
        <a:lstStyle/>
        <a:p>
          <a:endParaRPr lang="en-US"/>
        </a:p>
      </dgm:t>
    </dgm:pt>
    <dgm:pt modelId="{94FD0A71-BD36-4746-8F0C-CAC7DC304BD7}">
      <dgm:prSet/>
      <dgm:spPr/>
      <dgm:t>
        <a:bodyPr/>
        <a:lstStyle/>
        <a:p>
          <a:r>
            <a:rPr lang="en-US" dirty="0"/>
            <a:t>We can use console to :</a:t>
          </a:r>
        </a:p>
      </dgm:t>
    </dgm:pt>
    <dgm:pt modelId="{45F19147-66F2-4FBD-AF1B-ADCA209E01CC}" cxnId="{A1742B1B-87F9-4EAC-9FD4-74164D58791A}" type="parTrans">
      <dgm:prSet/>
      <dgm:spPr/>
      <dgm:t>
        <a:bodyPr/>
        <a:lstStyle/>
        <a:p>
          <a:endParaRPr lang="en-US"/>
        </a:p>
      </dgm:t>
    </dgm:pt>
    <dgm:pt modelId="{80C68C9F-22C4-4E21-88E1-6B6AEE8233F5}" cxnId="{A1742B1B-87F9-4EAC-9FD4-74164D58791A}" type="sibTrans">
      <dgm:prSet/>
      <dgm:spPr/>
      <dgm:t>
        <a:bodyPr/>
        <a:lstStyle/>
        <a:p>
          <a:endParaRPr lang="en-US"/>
        </a:p>
      </dgm:t>
    </dgm:pt>
    <dgm:pt modelId="{35B63742-DDB1-413D-82DD-A60EB60BD8B5}">
      <dgm:prSet/>
      <dgm:spPr/>
      <dgm:t>
        <a:bodyPr/>
        <a:lstStyle/>
        <a:p>
          <a:r>
            <a:rPr lang="en-US" dirty="0">
              <a:latin typeface="Calibri Light" panose="020F0302020204030204"/>
            </a:rPr>
            <a:t>Debugging</a:t>
          </a:r>
          <a:endParaRPr lang="en-US" dirty="0"/>
        </a:p>
      </dgm:t>
    </dgm:pt>
    <dgm:pt modelId="{0215D74E-F30C-4453-9803-BBB406E64848}" cxnId="{0B1F37FA-39F5-4B0F-9680-DF313BC4124F}" type="parTrans">
      <dgm:prSet/>
      <dgm:spPr/>
      <dgm:t>
        <a:bodyPr/>
        <a:lstStyle/>
        <a:p>
          <a:endParaRPr lang="en-US"/>
        </a:p>
      </dgm:t>
    </dgm:pt>
    <dgm:pt modelId="{D4FEF58C-D449-4259-800B-BC90CAE1F68C}" cxnId="{0B1F37FA-39F5-4B0F-9680-DF313BC4124F}" type="sibTrans">
      <dgm:prSet/>
      <dgm:spPr/>
      <dgm:t>
        <a:bodyPr/>
        <a:lstStyle/>
        <a:p>
          <a:endParaRPr lang="en-US"/>
        </a:p>
      </dgm:t>
    </dgm:pt>
    <dgm:pt modelId="{EA1D3D46-8E7A-451F-8077-A3FA0A73C29F}">
      <dgm:prSet/>
      <dgm:spPr/>
      <dgm:t>
        <a:bodyPr/>
        <a:lstStyle/>
        <a:p>
          <a:r>
            <a:rPr lang="en-US" dirty="0"/>
            <a:t>Test code </a:t>
          </a:r>
        </a:p>
      </dgm:t>
    </dgm:pt>
    <dgm:pt modelId="{B8DD14C4-4398-48AE-828D-8CBBF4562D8A}" cxnId="{7AE36373-1A48-419B-8B95-B4CFCC29F7D4}" type="parTrans">
      <dgm:prSet/>
      <dgm:spPr/>
      <dgm:t>
        <a:bodyPr/>
        <a:lstStyle/>
        <a:p>
          <a:endParaRPr lang="en-US"/>
        </a:p>
      </dgm:t>
    </dgm:pt>
    <dgm:pt modelId="{0BAD5B04-14C6-4144-BCE9-6C11B21B1382}" cxnId="{7AE36373-1A48-419B-8B95-B4CFCC29F7D4}" type="sibTrans">
      <dgm:prSet/>
      <dgm:spPr/>
      <dgm:t>
        <a:bodyPr/>
        <a:lstStyle/>
        <a:p>
          <a:endParaRPr lang="en-US"/>
        </a:p>
      </dgm:t>
    </dgm:pt>
    <dgm:pt modelId="{9F610BE9-F632-4411-9FB9-B29DE3CAC1D3}">
      <dgm:prSet/>
      <dgm:spPr/>
      <dgm:t>
        <a:bodyPr/>
        <a:lstStyle/>
        <a:p>
          <a:r>
            <a:rPr lang="en-US" dirty="0"/>
            <a:t>Practice code</a:t>
          </a:r>
        </a:p>
      </dgm:t>
    </dgm:pt>
    <dgm:pt modelId="{0020CC90-A17F-4EC2-8380-1AC3FDD3FAEA}" cxnId="{59A3AA3E-4EA3-492A-A93F-AB069258E704}" type="parTrans">
      <dgm:prSet/>
      <dgm:spPr/>
      <dgm:t>
        <a:bodyPr/>
        <a:lstStyle/>
        <a:p>
          <a:endParaRPr lang="en-US"/>
        </a:p>
      </dgm:t>
    </dgm:pt>
    <dgm:pt modelId="{AD174A29-A1D2-4849-8EB6-3F11E14F5505}" cxnId="{59A3AA3E-4EA3-492A-A93F-AB069258E704}" type="sibTrans">
      <dgm:prSet/>
      <dgm:spPr/>
      <dgm:t>
        <a:bodyPr/>
        <a:lstStyle/>
        <a:p>
          <a:endParaRPr lang="en-US"/>
        </a:p>
      </dgm:t>
    </dgm:pt>
    <dgm:pt modelId="{D5EE3ED1-82E9-4AFA-972A-3CBC8AE65CD6}" type="pres">
      <dgm:prSet presAssocID="{9ED2656C-6E65-4514-AB4D-EF9E4D4142E8}" presName="hierChild1" presStyleCnt="0">
        <dgm:presLayoutVars>
          <dgm:chPref val="1"/>
          <dgm:dir/>
          <dgm:animOne val="branch"/>
          <dgm:animLvl val="lvl"/>
          <dgm:resizeHandles/>
        </dgm:presLayoutVars>
      </dgm:prSet>
      <dgm:spPr/>
    </dgm:pt>
    <dgm:pt modelId="{CB683EE1-E83B-4546-A999-9E82D1113CCC}" type="pres">
      <dgm:prSet presAssocID="{94FD0A71-BD36-4746-8F0C-CAC7DC304BD7}" presName="hierRoot1" presStyleCnt="0"/>
      <dgm:spPr/>
    </dgm:pt>
    <dgm:pt modelId="{E3477C14-AC98-4E59-861B-BB00FF1DE028}" type="pres">
      <dgm:prSet presAssocID="{94FD0A71-BD36-4746-8F0C-CAC7DC304BD7}" presName="composite" presStyleCnt="0"/>
      <dgm:spPr/>
    </dgm:pt>
    <dgm:pt modelId="{AFBF90A8-362F-4216-B6B2-B35602DAA9DC}" type="pres">
      <dgm:prSet presAssocID="{94FD0A71-BD36-4746-8F0C-CAC7DC304BD7}" presName="background" presStyleLbl="node0" presStyleIdx="0" presStyleCnt="1"/>
      <dgm:spPr/>
    </dgm:pt>
    <dgm:pt modelId="{1DB3217B-BD6B-4B44-90E5-487F7E572DE9}" type="pres">
      <dgm:prSet presAssocID="{94FD0A71-BD36-4746-8F0C-CAC7DC304BD7}" presName="text" presStyleLbl="fgAcc0" presStyleIdx="0" presStyleCnt="1">
        <dgm:presLayoutVars>
          <dgm:chPref val="3"/>
        </dgm:presLayoutVars>
      </dgm:prSet>
      <dgm:spPr/>
    </dgm:pt>
    <dgm:pt modelId="{2CD35E9D-A422-47EF-8690-0C98337664F5}" type="pres">
      <dgm:prSet presAssocID="{94FD0A71-BD36-4746-8F0C-CAC7DC304BD7}" presName="hierChild2" presStyleCnt="0"/>
      <dgm:spPr/>
    </dgm:pt>
    <dgm:pt modelId="{C71D5D4E-42CC-4E19-ABC9-4AF4006BB594}" type="pres">
      <dgm:prSet presAssocID="{0215D74E-F30C-4453-9803-BBB406E64848}" presName="Name10" presStyleLbl="parChTrans1D2" presStyleIdx="0" presStyleCnt="3"/>
      <dgm:spPr/>
    </dgm:pt>
    <dgm:pt modelId="{309994E6-5057-4855-B914-20737CAC608D}" type="pres">
      <dgm:prSet presAssocID="{35B63742-DDB1-413D-82DD-A60EB60BD8B5}" presName="hierRoot2" presStyleCnt="0"/>
      <dgm:spPr/>
    </dgm:pt>
    <dgm:pt modelId="{0C5E36FA-89D4-4B97-95B4-8DB1334E79FE}" type="pres">
      <dgm:prSet presAssocID="{35B63742-DDB1-413D-82DD-A60EB60BD8B5}" presName="composite2" presStyleCnt="0"/>
      <dgm:spPr/>
    </dgm:pt>
    <dgm:pt modelId="{E0B384A5-8E00-4E77-A42C-0483C3B34A63}" type="pres">
      <dgm:prSet presAssocID="{35B63742-DDB1-413D-82DD-A60EB60BD8B5}" presName="background2" presStyleLbl="node2" presStyleIdx="0" presStyleCnt="3"/>
      <dgm:spPr/>
    </dgm:pt>
    <dgm:pt modelId="{8168B5B9-23DC-4ABA-A504-57B8EFBCADDF}" type="pres">
      <dgm:prSet presAssocID="{35B63742-DDB1-413D-82DD-A60EB60BD8B5}" presName="text2" presStyleLbl="fgAcc2" presStyleIdx="0" presStyleCnt="3">
        <dgm:presLayoutVars>
          <dgm:chPref val="3"/>
        </dgm:presLayoutVars>
      </dgm:prSet>
      <dgm:spPr/>
    </dgm:pt>
    <dgm:pt modelId="{81CDD56E-96DE-48B2-A074-06E8EE9214CA}" type="pres">
      <dgm:prSet presAssocID="{35B63742-DDB1-413D-82DD-A60EB60BD8B5}" presName="hierChild3" presStyleCnt="0"/>
      <dgm:spPr/>
    </dgm:pt>
    <dgm:pt modelId="{090E22CE-115B-4269-8407-44C75962BB0C}" type="pres">
      <dgm:prSet presAssocID="{B8DD14C4-4398-48AE-828D-8CBBF4562D8A}" presName="Name10" presStyleLbl="parChTrans1D2" presStyleIdx="1" presStyleCnt="3"/>
      <dgm:spPr/>
    </dgm:pt>
    <dgm:pt modelId="{DCAC9CE3-4F0F-4F6C-AF9C-DF39D2A0127B}" type="pres">
      <dgm:prSet presAssocID="{EA1D3D46-8E7A-451F-8077-A3FA0A73C29F}" presName="hierRoot2" presStyleCnt="0"/>
      <dgm:spPr/>
    </dgm:pt>
    <dgm:pt modelId="{D29D75BD-03E0-4F85-AB67-5C89717ED52D}" type="pres">
      <dgm:prSet presAssocID="{EA1D3D46-8E7A-451F-8077-A3FA0A73C29F}" presName="composite2" presStyleCnt="0"/>
      <dgm:spPr/>
    </dgm:pt>
    <dgm:pt modelId="{D132D5AE-CE0F-4D7A-BE18-A943EF37325E}" type="pres">
      <dgm:prSet presAssocID="{EA1D3D46-8E7A-451F-8077-A3FA0A73C29F}" presName="background2" presStyleLbl="node2" presStyleIdx="1" presStyleCnt="3"/>
      <dgm:spPr/>
    </dgm:pt>
    <dgm:pt modelId="{CBFF7743-91DD-4331-A1AE-650E35BB92B9}" type="pres">
      <dgm:prSet presAssocID="{EA1D3D46-8E7A-451F-8077-A3FA0A73C29F}" presName="text2" presStyleLbl="fgAcc2" presStyleIdx="1" presStyleCnt="3">
        <dgm:presLayoutVars>
          <dgm:chPref val="3"/>
        </dgm:presLayoutVars>
      </dgm:prSet>
      <dgm:spPr/>
    </dgm:pt>
    <dgm:pt modelId="{66513B60-B306-4472-8B3B-1C652686A530}" type="pres">
      <dgm:prSet presAssocID="{EA1D3D46-8E7A-451F-8077-A3FA0A73C29F}" presName="hierChild3" presStyleCnt="0"/>
      <dgm:spPr/>
    </dgm:pt>
    <dgm:pt modelId="{9996F335-C091-48ED-B9A2-52EA2871AE2C}" type="pres">
      <dgm:prSet presAssocID="{0020CC90-A17F-4EC2-8380-1AC3FDD3FAEA}" presName="Name10" presStyleLbl="parChTrans1D2" presStyleIdx="2" presStyleCnt="3"/>
      <dgm:spPr/>
    </dgm:pt>
    <dgm:pt modelId="{F3B6813E-030B-4FF1-8C6C-6A0592FE2B16}" type="pres">
      <dgm:prSet presAssocID="{9F610BE9-F632-4411-9FB9-B29DE3CAC1D3}" presName="hierRoot2" presStyleCnt="0"/>
      <dgm:spPr/>
    </dgm:pt>
    <dgm:pt modelId="{84407799-577E-4C8C-A7AC-404713065897}" type="pres">
      <dgm:prSet presAssocID="{9F610BE9-F632-4411-9FB9-B29DE3CAC1D3}" presName="composite2" presStyleCnt="0"/>
      <dgm:spPr/>
    </dgm:pt>
    <dgm:pt modelId="{A614F9B0-A67A-428F-9FFF-888532CE02A8}" type="pres">
      <dgm:prSet presAssocID="{9F610BE9-F632-4411-9FB9-B29DE3CAC1D3}" presName="background2" presStyleLbl="node2" presStyleIdx="2" presStyleCnt="3"/>
      <dgm:spPr/>
    </dgm:pt>
    <dgm:pt modelId="{F0644EE6-6F84-45CD-A684-237576B80D8C}" type="pres">
      <dgm:prSet presAssocID="{9F610BE9-F632-4411-9FB9-B29DE3CAC1D3}" presName="text2" presStyleLbl="fgAcc2" presStyleIdx="2" presStyleCnt="3">
        <dgm:presLayoutVars>
          <dgm:chPref val="3"/>
        </dgm:presLayoutVars>
      </dgm:prSet>
      <dgm:spPr/>
    </dgm:pt>
    <dgm:pt modelId="{AAA46044-2F90-43E7-BBC5-347B01C5CA76}" type="pres">
      <dgm:prSet presAssocID="{9F610BE9-F632-4411-9FB9-B29DE3CAC1D3}" presName="hierChild3" presStyleCnt="0"/>
      <dgm:spPr/>
    </dgm:pt>
  </dgm:ptLst>
  <dgm:cxnLst>
    <dgm:cxn modelId="{27946A10-4FDA-4FA4-980E-FEF45FA423DB}" type="presOf" srcId="{0020CC90-A17F-4EC2-8380-1AC3FDD3FAEA}" destId="{9996F335-C091-48ED-B9A2-52EA2871AE2C}" srcOrd="0" destOrd="0" presId="urn:microsoft.com/office/officeart/2005/8/layout/hierarchy1"/>
    <dgm:cxn modelId="{A1742B1B-87F9-4EAC-9FD4-74164D58791A}" srcId="{9ED2656C-6E65-4514-AB4D-EF9E4D4142E8}" destId="{94FD0A71-BD36-4746-8F0C-CAC7DC304BD7}" srcOrd="0" destOrd="0" parTransId="{45F19147-66F2-4FBD-AF1B-ADCA209E01CC}" sibTransId="{80C68C9F-22C4-4E21-88E1-6B6AEE8233F5}"/>
    <dgm:cxn modelId="{4CC9D932-50FF-48C8-82A1-647AA0410B82}" type="presOf" srcId="{EA1D3D46-8E7A-451F-8077-A3FA0A73C29F}" destId="{CBFF7743-91DD-4331-A1AE-650E35BB92B9}" srcOrd="0" destOrd="0" presId="urn:microsoft.com/office/officeart/2005/8/layout/hierarchy1"/>
    <dgm:cxn modelId="{59A3AA3E-4EA3-492A-A93F-AB069258E704}" srcId="{94FD0A71-BD36-4746-8F0C-CAC7DC304BD7}" destId="{9F610BE9-F632-4411-9FB9-B29DE3CAC1D3}" srcOrd="2" destOrd="0" parTransId="{0020CC90-A17F-4EC2-8380-1AC3FDD3FAEA}" sibTransId="{AD174A29-A1D2-4849-8EB6-3F11E14F5505}"/>
    <dgm:cxn modelId="{7AE36373-1A48-419B-8B95-B4CFCC29F7D4}" srcId="{94FD0A71-BD36-4746-8F0C-CAC7DC304BD7}" destId="{EA1D3D46-8E7A-451F-8077-A3FA0A73C29F}" srcOrd="1" destOrd="0" parTransId="{B8DD14C4-4398-48AE-828D-8CBBF4562D8A}" sibTransId="{0BAD5B04-14C6-4144-BCE9-6C11B21B1382}"/>
    <dgm:cxn modelId="{821E3A79-06CD-441D-8B01-96917FF47B59}" type="presOf" srcId="{9ED2656C-6E65-4514-AB4D-EF9E4D4142E8}" destId="{D5EE3ED1-82E9-4AFA-972A-3CBC8AE65CD6}" srcOrd="0" destOrd="0" presId="urn:microsoft.com/office/officeart/2005/8/layout/hierarchy1"/>
    <dgm:cxn modelId="{84F65086-7958-4477-BF9B-598C126D8606}" type="presOf" srcId="{35B63742-DDB1-413D-82DD-A60EB60BD8B5}" destId="{8168B5B9-23DC-4ABA-A504-57B8EFBCADDF}" srcOrd="0" destOrd="0" presId="urn:microsoft.com/office/officeart/2005/8/layout/hierarchy1"/>
    <dgm:cxn modelId="{21F276A7-A520-481D-B8F3-7796BD97DF7C}" type="presOf" srcId="{9F610BE9-F632-4411-9FB9-B29DE3CAC1D3}" destId="{F0644EE6-6F84-45CD-A684-237576B80D8C}" srcOrd="0" destOrd="0" presId="urn:microsoft.com/office/officeart/2005/8/layout/hierarchy1"/>
    <dgm:cxn modelId="{A5729CB7-AF93-4325-AC38-E024F636956B}" type="presOf" srcId="{94FD0A71-BD36-4746-8F0C-CAC7DC304BD7}" destId="{1DB3217B-BD6B-4B44-90E5-487F7E572DE9}" srcOrd="0" destOrd="0" presId="urn:microsoft.com/office/officeart/2005/8/layout/hierarchy1"/>
    <dgm:cxn modelId="{C55716C9-852C-4575-BE17-3A1EF3671B51}" type="presOf" srcId="{0215D74E-F30C-4453-9803-BBB406E64848}" destId="{C71D5D4E-42CC-4E19-ABC9-4AF4006BB594}" srcOrd="0" destOrd="0" presId="urn:microsoft.com/office/officeart/2005/8/layout/hierarchy1"/>
    <dgm:cxn modelId="{7D1353D8-0224-49E4-918F-968D8F9B9549}" type="presOf" srcId="{B8DD14C4-4398-48AE-828D-8CBBF4562D8A}" destId="{090E22CE-115B-4269-8407-44C75962BB0C}" srcOrd="0" destOrd="0" presId="urn:microsoft.com/office/officeart/2005/8/layout/hierarchy1"/>
    <dgm:cxn modelId="{0B1F37FA-39F5-4B0F-9680-DF313BC4124F}" srcId="{94FD0A71-BD36-4746-8F0C-CAC7DC304BD7}" destId="{35B63742-DDB1-413D-82DD-A60EB60BD8B5}" srcOrd="0" destOrd="0" parTransId="{0215D74E-F30C-4453-9803-BBB406E64848}" sibTransId="{D4FEF58C-D449-4259-800B-BC90CAE1F68C}"/>
    <dgm:cxn modelId="{A9BD2448-2032-4133-BD0B-A23F5C19A652}" type="presParOf" srcId="{D5EE3ED1-82E9-4AFA-972A-3CBC8AE65CD6}" destId="{CB683EE1-E83B-4546-A999-9E82D1113CCC}" srcOrd="0" destOrd="0" presId="urn:microsoft.com/office/officeart/2005/8/layout/hierarchy1"/>
    <dgm:cxn modelId="{2D4B1D5D-EBB9-4007-8282-A1CC31957C05}" type="presParOf" srcId="{CB683EE1-E83B-4546-A999-9E82D1113CCC}" destId="{E3477C14-AC98-4E59-861B-BB00FF1DE028}" srcOrd="0" destOrd="0" presId="urn:microsoft.com/office/officeart/2005/8/layout/hierarchy1"/>
    <dgm:cxn modelId="{13C1255C-568E-4FCF-B84D-035E218DF7C6}" type="presParOf" srcId="{E3477C14-AC98-4E59-861B-BB00FF1DE028}" destId="{AFBF90A8-362F-4216-B6B2-B35602DAA9DC}" srcOrd="0" destOrd="0" presId="urn:microsoft.com/office/officeart/2005/8/layout/hierarchy1"/>
    <dgm:cxn modelId="{B1B52DB8-D39B-4811-BFD1-5E79CC3BAEBB}" type="presParOf" srcId="{E3477C14-AC98-4E59-861B-BB00FF1DE028}" destId="{1DB3217B-BD6B-4B44-90E5-487F7E572DE9}" srcOrd="1" destOrd="0" presId="urn:microsoft.com/office/officeart/2005/8/layout/hierarchy1"/>
    <dgm:cxn modelId="{EADA8034-E64C-4BCE-8828-F34D3E8F4AF4}" type="presParOf" srcId="{CB683EE1-E83B-4546-A999-9E82D1113CCC}" destId="{2CD35E9D-A422-47EF-8690-0C98337664F5}" srcOrd="1" destOrd="0" presId="urn:microsoft.com/office/officeart/2005/8/layout/hierarchy1"/>
    <dgm:cxn modelId="{13E6DFF1-FECD-4C91-A3DC-1FE42171F67A}" type="presParOf" srcId="{2CD35E9D-A422-47EF-8690-0C98337664F5}" destId="{C71D5D4E-42CC-4E19-ABC9-4AF4006BB594}" srcOrd="0" destOrd="0" presId="urn:microsoft.com/office/officeart/2005/8/layout/hierarchy1"/>
    <dgm:cxn modelId="{13514FE1-7D00-4FA1-80D7-C2E6847AA7CD}" type="presParOf" srcId="{2CD35E9D-A422-47EF-8690-0C98337664F5}" destId="{309994E6-5057-4855-B914-20737CAC608D}" srcOrd="1" destOrd="0" presId="urn:microsoft.com/office/officeart/2005/8/layout/hierarchy1"/>
    <dgm:cxn modelId="{36BF0B52-8079-485E-9898-89B0F8F02DD9}" type="presParOf" srcId="{309994E6-5057-4855-B914-20737CAC608D}" destId="{0C5E36FA-89D4-4B97-95B4-8DB1334E79FE}" srcOrd="0" destOrd="0" presId="urn:microsoft.com/office/officeart/2005/8/layout/hierarchy1"/>
    <dgm:cxn modelId="{D8E7465E-25AD-4340-B184-0564A70C7EBA}" type="presParOf" srcId="{0C5E36FA-89D4-4B97-95B4-8DB1334E79FE}" destId="{E0B384A5-8E00-4E77-A42C-0483C3B34A63}" srcOrd="0" destOrd="0" presId="urn:microsoft.com/office/officeart/2005/8/layout/hierarchy1"/>
    <dgm:cxn modelId="{946B5084-2F74-48E0-8023-0C75ACBAAC9B}" type="presParOf" srcId="{0C5E36FA-89D4-4B97-95B4-8DB1334E79FE}" destId="{8168B5B9-23DC-4ABA-A504-57B8EFBCADDF}" srcOrd="1" destOrd="0" presId="urn:microsoft.com/office/officeart/2005/8/layout/hierarchy1"/>
    <dgm:cxn modelId="{376B61DA-702E-491A-8166-2E683E81C6CE}" type="presParOf" srcId="{309994E6-5057-4855-B914-20737CAC608D}" destId="{81CDD56E-96DE-48B2-A074-06E8EE9214CA}" srcOrd="1" destOrd="0" presId="urn:microsoft.com/office/officeart/2005/8/layout/hierarchy1"/>
    <dgm:cxn modelId="{0D47A8E4-53B6-4761-A122-F6721F071DB6}" type="presParOf" srcId="{2CD35E9D-A422-47EF-8690-0C98337664F5}" destId="{090E22CE-115B-4269-8407-44C75962BB0C}" srcOrd="2" destOrd="0" presId="urn:microsoft.com/office/officeart/2005/8/layout/hierarchy1"/>
    <dgm:cxn modelId="{52875F6B-2C3D-4F09-A330-4BFD3542B016}" type="presParOf" srcId="{2CD35E9D-A422-47EF-8690-0C98337664F5}" destId="{DCAC9CE3-4F0F-4F6C-AF9C-DF39D2A0127B}" srcOrd="3" destOrd="0" presId="urn:microsoft.com/office/officeart/2005/8/layout/hierarchy1"/>
    <dgm:cxn modelId="{181F0A6B-388E-426C-AF43-3C6CF12177F5}" type="presParOf" srcId="{DCAC9CE3-4F0F-4F6C-AF9C-DF39D2A0127B}" destId="{D29D75BD-03E0-4F85-AB67-5C89717ED52D}" srcOrd="0" destOrd="0" presId="urn:microsoft.com/office/officeart/2005/8/layout/hierarchy1"/>
    <dgm:cxn modelId="{BDF06276-9F2C-48C3-AE94-294780C690D9}" type="presParOf" srcId="{D29D75BD-03E0-4F85-AB67-5C89717ED52D}" destId="{D132D5AE-CE0F-4D7A-BE18-A943EF37325E}" srcOrd="0" destOrd="0" presId="urn:microsoft.com/office/officeart/2005/8/layout/hierarchy1"/>
    <dgm:cxn modelId="{BFCD6578-891C-4515-9E44-EE4A7A6EA667}" type="presParOf" srcId="{D29D75BD-03E0-4F85-AB67-5C89717ED52D}" destId="{CBFF7743-91DD-4331-A1AE-650E35BB92B9}" srcOrd="1" destOrd="0" presId="urn:microsoft.com/office/officeart/2005/8/layout/hierarchy1"/>
    <dgm:cxn modelId="{2145EA99-4F7F-4695-BCA3-D299972427A0}" type="presParOf" srcId="{DCAC9CE3-4F0F-4F6C-AF9C-DF39D2A0127B}" destId="{66513B60-B306-4472-8B3B-1C652686A530}" srcOrd="1" destOrd="0" presId="urn:microsoft.com/office/officeart/2005/8/layout/hierarchy1"/>
    <dgm:cxn modelId="{5006B2ED-BE22-444C-97F2-49E0F6F4CF60}" type="presParOf" srcId="{2CD35E9D-A422-47EF-8690-0C98337664F5}" destId="{9996F335-C091-48ED-B9A2-52EA2871AE2C}" srcOrd="4" destOrd="0" presId="urn:microsoft.com/office/officeart/2005/8/layout/hierarchy1"/>
    <dgm:cxn modelId="{FDE5544B-B385-433A-9CEC-8C32027CBECC}" type="presParOf" srcId="{2CD35E9D-A422-47EF-8690-0C98337664F5}" destId="{F3B6813E-030B-4FF1-8C6C-6A0592FE2B16}" srcOrd="5" destOrd="0" presId="urn:microsoft.com/office/officeart/2005/8/layout/hierarchy1"/>
    <dgm:cxn modelId="{D1F72104-78EC-400A-BACD-1A143143A789}" type="presParOf" srcId="{F3B6813E-030B-4FF1-8C6C-6A0592FE2B16}" destId="{84407799-577E-4C8C-A7AC-404713065897}" srcOrd="0" destOrd="0" presId="urn:microsoft.com/office/officeart/2005/8/layout/hierarchy1"/>
    <dgm:cxn modelId="{A5AD1CF7-380E-4ECA-B59C-289192DB9F63}" type="presParOf" srcId="{84407799-577E-4C8C-A7AC-404713065897}" destId="{A614F9B0-A67A-428F-9FFF-888532CE02A8}" srcOrd="0" destOrd="0" presId="urn:microsoft.com/office/officeart/2005/8/layout/hierarchy1"/>
    <dgm:cxn modelId="{809ED55B-53C6-49FC-AA57-D47D1270AF2B}" type="presParOf" srcId="{84407799-577E-4C8C-A7AC-404713065897}" destId="{F0644EE6-6F84-45CD-A684-237576B80D8C}" srcOrd="1" destOrd="0" presId="urn:microsoft.com/office/officeart/2005/8/layout/hierarchy1"/>
    <dgm:cxn modelId="{C226897E-0050-4A78-98E4-7F0F3CC2B41C}" type="presParOf" srcId="{F3B6813E-030B-4FF1-8C6C-6A0592FE2B16}" destId="{AAA46044-2F90-43E7-BBC5-347B01C5CA7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008384" cy="4393982"/>
        <a:chOff x="0" y="0"/>
        <a:chExt cx="4008384" cy="4393982"/>
      </a:xfrm>
    </dsp:grpSpPr>
    <dsp:sp modelId="{FB8A711B-A28E-4C36-8F5F-A7F2FFA7D00B}">
      <dsp:nvSpPr>
        <dsp:cNvPr id="3" name="Rounded Rectangle 2"/>
        <dsp:cNvSpPr/>
      </dsp:nvSpPr>
      <dsp:spPr bwMode="white">
        <a:xfrm>
          <a:off x="0" y="1560899"/>
          <a:ext cx="1717879" cy="109085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0" y="1560899"/>
        <a:ext cx="1717879" cy="1090853"/>
      </dsp:txXfrm>
    </dsp:sp>
    <dsp:sp modelId="{DCD69977-9A62-40AD-ADD0-221B50524668}">
      <dsp:nvSpPr>
        <dsp:cNvPr id="4" name="Rounded Rectangle 3"/>
        <dsp:cNvSpPr/>
      </dsp:nvSpPr>
      <dsp:spPr bwMode="white">
        <a:xfrm>
          <a:off x="190875" y="1742230"/>
          <a:ext cx="1717879" cy="109085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solidFill>
                <a:schemeClr val="dk1"/>
              </a:solidFill>
            </a:rPr>
            <a:t>NodeJS is used for Server-side </a:t>
          </a:r>
          <a:endParaRPr>
            <a:solidFill>
              <a:schemeClr val="dk1"/>
            </a:solidFill>
          </a:endParaRPr>
        </a:p>
      </dsp:txBody>
      <dsp:txXfrm>
        <a:off x="190875" y="1742230"/>
        <a:ext cx="1717879" cy="1090853"/>
      </dsp:txXfrm>
    </dsp:sp>
    <dsp:sp modelId="{9BB144C5-E73C-4ECB-A635-10A9CD5D72C9}">
      <dsp:nvSpPr>
        <dsp:cNvPr id="5" name="Rounded Rectangle 4"/>
        <dsp:cNvSpPr/>
      </dsp:nvSpPr>
      <dsp:spPr bwMode="white">
        <a:xfrm>
          <a:off x="2099630" y="1560899"/>
          <a:ext cx="1717879" cy="109085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2099630" y="1560899"/>
        <a:ext cx="1717879" cy="1090853"/>
      </dsp:txXfrm>
    </dsp:sp>
    <dsp:sp modelId="{BDD32133-977E-49F4-9D7F-F3C1D0E546ED}">
      <dsp:nvSpPr>
        <dsp:cNvPr id="6" name="Rounded Rectangle 5"/>
        <dsp:cNvSpPr/>
      </dsp:nvSpPr>
      <dsp:spPr bwMode="white">
        <a:xfrm>
          <a:off x="2290505" y="1742230"/>
          <a:ext cx="1717879" cy="109085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US" dirty="0" err="1">
              <a:solidFill>
                <a:schemeClr val="dk1"/>
              </a:solidFill>
              <a:latin typeface="Calibri Light" panose="020F0302020204030204"/>
            </a:rPr>
            <a:t>NodeJs</a:t>
          </a:r>
          <a:r>
            <a:rPr lang="en-US" dirty="0">
              <a:solidFill>
                <a:schemeClr val="dk1"/>
              </a:solidFill>
              <a:latin typeface="Calibri Light" panose="020F0302020204030204"/>
            </a:rPr>
            <a:t> Can </a:t>
          </a:r>
          <a:r>
            <a:rPr lang="en-US" dirty="0">
              <a:solidFill>
                <a:schemeClr val="dk1"/>
              </a:solidFill>
            </a:rPr>
            <a:t>also access file system</a:t>
          </a:r>
          <a:r>
            <a:rPr lang="en-US" dirty="0">
              <a:solidFill>
                <a:schemeClr val="dk1"/>
              </a:solidFill>
              <a:latin typeface="Calibri Light" panose="020F0302020204030204"/>
            </a:rPr>
            <a:t> </a:t>
          </a:r>
          <a:endParaRPr lang="en-US" dirty="0">
            <a:solidFill>
              <a:schemeClr val="dk1"/>
            </a:solidFill>
          </a:endParaRPr>
        </a:p>
      </dsp:txBody>
      <dsp:txXfrm>
        <a:off x="2290505" y="1742230"/>
        <a:ext cx="1717879" cy="109085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905066" cy="4393982"/>
        <a:chOff x="0" y="0"/>
        <a:chExt cx="10905066" cy="4393982"/>
      </a:xfrm>
    </dsp:grpSpPr>
    <dsp:sp modelId="{D68C5097-5B26-4359-9687-32CD168D2CF7}">
      <dsp:nvSpPr>
        <dsp:cNvPr id="3" name="Rounded Rectangle 2"/>
        <dsp:cNvSpPr/>
      </dsp:nvSpPr>
      <dsp:spPr bwMode="white">
        <a:xfrm>
          <a:off x="9585" y="1335981"/>
          <a:ext cx="2870034" cy="1722021"/>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t>It was created to standardize JavaScript</a:t>
          </a:r>
        </a:p>
      </dsp:txBody>
      <dsp:txXfrm>
        <a:off x="9585" y="1335981"/>
        <a:ext cx="2870034" cy="1722021"/>
      </dsp:txXfrm>
    </dsp:sp>
    <dsp:sp modelId="{A61C5DFB-2EE3-4C32-BA1D-7FF0FF208860}">
      <dsp:nvSpPr>
        <dsp:cNvPr id="4" name="Right Arrow 3"/>
        <dsp:cNvSpPr/>
      </dsp:nvSpPr>
      <dsp:spPr bwMode="white">
        <a:xfrm>
          <a:off x="3149402" y="1841107"/>
          <a:ext cx="608447" cy="711769"/>
        </a:xfrm>
        <a:prstGeom prst="rightArrow">
          <a:avLst>
            <a:gd name="adj1" fmla="val 60000"/>
            <a:gd name="adj2" fmla="val 50000"/>
          </a:avLst>
        </a:prstGeom>
      </dsp:spPr>
      <dsp:style>
        <a:lnRef idx="0">
          <a:schemeClr val="accent3">
            <a:tint val="60000"/>
          </a:schemeClr>
        </a:lnRef>
        <a:fillRef idx="1">
          <a:schemeClr val="accent3">
            <a:tint val="60000"/>
          </a:schemeClr>
        </a:fillRef>
        <a:effectRef idx="0">
          <a:scrgbClr r="0" g="0" b="0"/>
        </a:effectRef>
        <a:fontRef idx="minor">
          <a:schemeClr val="lt1"/>
        </a:fontRef>
      </dsp:style>
      <dsp:txBody>
        <a:bodyPr lIns="0" tIns="0" rIns="0" bIns="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endParaRPr lang="en-US"/>
        </a:p>
      </dsp:txBody>
      <dsp:txXfrm>
        <a:off x="3149402" y="1841107"/>
        <a:ext cx="608447" cy="711769"/>
      </dsp:txXfrm>
    </dsp:sp>
    <dsp:sp modelId="{96C4C2BB-9DA1-4F28-9371-CD50CA46605D}">
      <dsp:nvSpPr>
        <dsp:cNvPr id="5" name="Rounded Rectangle 4"/>
        <dsp:cNvSpPr/>
      </dsp:nvSpPr>
      <dsp:spPr bwMode="white">
        <a:xfrm>
          <a:off x="4027633" y="1335981"/>
          <a:ext cx="2870034" cy="1722021"/>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t>Browsers use ECMAScript to interpret JavaScript code</a:t>
          </a:r>
        </a:p>
      </dsp:txBody>
      <dsp:txXfrm>
        <a:off x="4027633" y="1335981"/>
        <a:ext cx="2870034" cy="1722021"/>
      </dsp:txXfrm>
    </dsp:sp>
    <dsp:sp modelId="{8C167A3F-1F22-4A81-A94C-F985F4A25743}">
      <dsp:nvSpPr>
        <dsp:cNvPr id="6" name="Right Arrow 5"/>
        <dsp:cNvSpPr/>
      </dsp:nvSpPr>
      <dsp:spPr bwMode="white">
        <a:xfrm>
          <a:off x="7167450" y="1841107"/>
          <a:ext cx="608447" cy="711769"/>
        </a:xfrm>
        <a:prstGeom prst="rightArrow">
          <a:avLst>
            <a:gd name="adj1" fmla="val 60000"/>
            <a:gd name="adj2" fmla="val 50000"/>
          </a:avLst>
        </a:prstGeom>
      </dsp:spPr>
      <dsp:style>
        <a:lnRef idx="0">
          <a:schemeClr val="accent3">
            <a:tint val="60000"/>
          </a:schemeClr>
        </a:lnRef>
        <a:fillRef idx="1">
          <a:schemeClr val="accent3">
            <a:tint val="60000"/>
          </a:schemeClr>
        </a:fillRef>
        <a:effectRef idx="0">
          <a:scrgbClr r="0" g="0" b="0"/>
        </a:effectRef>
        <a:fontRef idx="minor">
          <a:schemeClr val="lt1"/>
        </a:fontRef>
      </dsp:style>
      <dsp:txBody>
        <a:bodyPr lIns="0" tIns="0" rIns="0" bIns="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endParaRPr lang="en-US"/>
        </a:p>
      </dsp:txBody>
      <dsp:txXfrm>
        <a:off x="7167450" y="1841107"/>
        <a:ext cx="608447" cy="711769"/>
      </dsp:txXfrm>
    </dsp:sp>
    <dsp:sp modelId="{2B50C784-131D-4FE3-9117-599EF45F497D}">
      <dsp:nvSpPr>
        <dsp:cNvPr id="7" name="Rounded Rectangle 6"/>
        <dsp:cNvSpPr/>
      </dsp:nvSpPr>
      <dsp:spPr bwMode="white">
        <a:xfrm>
          <a:off x="8045681" y="1335981"/>
          <a:ext cx="2870034" cy="1722021"/>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t>ECMAScript provides the rules ,details and guidelines that a scripting language must contain to be considered part of ECMAScript</a:t>
          </a:r>
        </a:p>
      </dsp:txBody>
      <dsp:txXfrm>
        <a:off x="8045681" y="1335981"/>
        <a:ext cx="2870034" cy="172202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351338"/>
        <a:chOff x="0" y="0"/>
        <a:chExt cx="10515600" cy="4351338"/>
      </a:xfrm>
    </dsp:grpSpPr>
    <dsp:sp modelId="{FE2A64DA-480D-42E6-AA02-D1B206B5F8E5}">
      <dsp:nvSpPr>
        <dsp:cNvPr id="3" name="Rectangles 2"/>
        <dsp:cNvSpPr/>
      </dsp:nvSpPr>
      <dsp:spPr bwMode="white">
        <a:xfrm>
          <a:off x="0" y="0"/>
          <a:ext cx="3286125" cy="4351338"/>
        </a:xfrm>
        <a:prstGeom prst="rect">
          <a:avLst/>
        </a:prstGeom>
      </dsp:spPr>
      <dsp:style>
        <a:lnRef idx="2">
          <a:schemeClr val="accent2">
            <a:tint val="40000"/>
            <a:alpha val="90000"/>
          </a:schemeClr>
        </a:lnRef>
        <a:fillRef idx="1">
          <a:schemeClr val="accent2">
            <a:tint val="40000"/>
            <a:alpha val="90000"/>
          </a:schemeClr>
        </a:fillRef>
        <a:effectRef idx="0">
          <a:scrgbClr r="0" g="0" b="0"/>
        </a:effectRef>
        <a:fontRef idx="minor"/>
      </dsp:style>
      <dsp:txXfrm>
        <a:off x="0" y="0"/>
        <a:ext cx="3286125" cy="4351338"/>
      </dsp:txXfrm>
    </dsp:sp>
    <dsp:sp modelId="{537A3B61-E90C-4C22-AAAC-B3963FB41C64}">
      <dsp:nvSpPr>
        <dsp:cNvPr id="4" name="Oval 3"/>
        <dsp:cNvSpPr/>
      </dsp:nvSpPr>
      <dsp:spPr bwMode="white">
        <a:xfrm>
          <a:off x="990362" y="435134"/>
          <a:ext cx="1305401" cy="1305401"/>
        </a:xfrm>
        <a:prstGeom prst="ellipse">
          <a:avLst/>
        </a:prstGeom>
      </dsp:spPr>
      <dsp:style>
        <a:lnRef idx="2">
          <a:schemeClr val="accent2"/>
        </a:lnRef>
        <a:fillRef idx="1">
          <a:schemeClr val="accent2"/>
        </a:fillRef>
        <a:effectRef idx="0">
          <a:scrgbClr r="0" g="0" b="0"/>
        </a:effectRef>
        <a:fontRef idx="minor">
          <a:schemeClr val="lt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1</a:t>
          </a:r>
        </a:p>
      </dsp:txBody>
      <dsp:txXfrm>
        <a:off x="990362" y="435134"/>
        <a:ext cx="1305401" cy="1305401"/>
      </dsp:txXfrm>
    </dsp:sp>
    <dsp:sp modelId="{F61DCCA6-0771-4297-B469-BF70CEAAEEE2}">
      <dsp:nvSpPr>
        <dsp:cNvPr id="5" name="Rectangles 4"/>
        <dsp:cNvSpPr/>
      </dsp:nvSpPr>
      <dsp:spPr bwMode="white">
        <a:xfrm>
          <a:off x="0" y="4351266"/>
          <a:ext cx="3286125" cy="72"/>
        </a:xfrm>
        <a:prstGeom prst="rect">
          <a:avLst/>
        </a:prstGeom>
      </dsp:spPr>
      <dsp:style>
        <a:lnRef idx="2">
          <a:schemeClr val="accent3"/>
        </a:lnRef>
        <a:fillRef idx="1">
          <a:schemeClr val="accent3"/>
        </a:fillRef>
        <a:effectRef idx="0">
          <a:scrgbClr r="0" g="0" b="0"/>
        </a:effectRef>
        <a:fontRef idx="minor">
          <a:schemeClr val="lt1"/>
        </a:fontRef>
      </dsp:style>
      <dsp:txXfrm>
        <a:off x="0" y="4351266"/>
        <a:ext cx="3286125" cy="72"/>
      </dsp:txXfrm>
    </dsp:sp>
    <dsp:sp modelId="{D1AB22AD-47C4-4B25-8AA4-5552BE856180}">
      <dsp:nvSpPr>
        <dsp:cNvPr id="7" name="Rectangles 6"/>
        <dsp:cNvSpPr/>
      </dsp:nvSpPr>
      <dsp:spPr bwMode="white">
        <a:xfrm>
          <a:off x="3614738" y="0"/>
          <a:ext cx="3286125" cy="4351338"/>
        </a:xfrm>
        <a:prstGeom prst="rect">
          <a:avLst/>
        </a:prstGeom>
      </dsp:spPr>
      <dsp:style>
        <a:lnRef idx="2">
          <a:schemeClr val="accent3">
            <a:tint val="40000"/>
            <a:alpha val="90000"/>
          </a:schemeClr>
        </a:lnRef>
        <a:fillRef idx="1">
          <a:schemeClr val="accent3">
            <a:tint val="40000"/>
            <a:alpha val="90000"/>
          </a:schemeClr>
        </a:fillRef>
        <a:effectRef idx="0">
          <a:scrgbClr r="0" g="0" b="0"/>
        </a:effectRef>
        <a:fontRef idx="minor"/>
      </dsp:style>
      <dsp:txXfrm>
        <a:off x="3614738" y="0"/>
        <a:ext cx="3286125" cy="4351338"/>
      </dsp:txXfrm>
    </dsp:sp>
    <dsp:sp modelId="{DA3D2394-0B67-4034-B910-B53547595EED}">
      <dsp:nvSpPr>
        <dsp:cNvPr id="8" name="Oval 7"/>
        <dsp:cNvSpPr/>
      </dsp:nvSpPr>
      <dsp:spPr bwMode="white">
        <a:xfrm>
          <a:off x="4605099" y="435134"/>
          <a:ext cx="1305401" cy="1305401"/>
        </a:xfrm>
        <a:prstGeom prst="ellipse">
          <a:avLst/>
        </a:prstGeom>
      </dsp:spPr>
      <dsp:style>
        <a:lnRef idx="2">
          <a:schemeClr val="accent4"/>
        </a:lnRef>
        <a:fillRef idx="1">
          <a:schemeClr val="accent4"/>
        </a:fillRef>
        <a:effectRef idx="0">
          <a:scrgbClr r="0" g="0" b="0"/>
        </a:effectRef>
        <a:fontRef idx="minor">
          <a:schemeClr val="lt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2</a:t>
          </a:r>
        </a:p>
      </dsp:txBody>
      <dsp:txXfrm>
        <a:off x="4605099" y="435134"/>
        <a:ext cx="1305401" cy="1305401"/>
      </dsp:txXfrm>
    </dsp:sp>
    <dsp:sp modelId="{128B6AE4-876E-4E8B-A6A8-A4328402FB5D}">
      <dsp:nvSpPr>
        <dsp:cNvPr id="9" name="Rectangles 8"/>
        <dsp:cNvSpPr/>
      </dsp:nvSpPr>
      <dsp:spPr bwMode="white">
        <a:xfrm>
          <a:off x="3614738" y="4351266"/>
          <a:ext cx="3286125" cy="72"/>
        </a:xfrm>
        <a:prstGeom prst="rect">
          <a:avLst/>
        </a:prstGeom>
      </dsp:spPr>
      <dsp:style>
        <a:lnRef idx="2">
          <a:schemeClr val="accent5"/>
        </a:lnRef>
        <a:fillRef idx="1">
          <a:schemeClr val="accent5"/>
        </a:fillRef>
        <a:effectRef idx="0">
          <a:scrgbClr r="0" g="0" b="0"/>
        </a:effectRef>
        <a:fontRef idx="minor">
          <a:schemeClr val="lt1"/>
        </a:fontRef>
      </dsp:style>
      <dsp:txXfrm>
        <a:off x="3614738" y="4351266"/>
        <a:ext cx="3286125" cy="72"/>
      </dsp:txXfrm>
    </dsp:sp>
    <dsp:sp modelId="{07D217C6-C8D9-4E1C-8DC6-98384038A1F5}">
      <dsp:nvSpPr>
        <dsp:cNvPr id="11" name="Rectangles 10"/>
        <dsp:cNvSpPr/>
      </dsp:nvSpPr>
      <dsp:spPr bwMode="white">
        <a:xfrm>
          <a:off x="7229475" y="0"/>
          <a:ext cx="3286125" cy="4351338"/>
        </a:xfrm>
        <a:prstGeom prst="rect">
          <a:avLst/>
        </a:prstGeom>
      </dsp:spPr>
      <dsp:style>
        <a:lnRef idx="2">
          <a:schemeClr val="accent4">
            <a:tint val="40000"/>
            <a:alpha val="90000"/>
          </a:schemeClr>
        </a:lnRef>
        <a:fillRef idx="1">
          <a:schemeClr val="accent4">
            <a:tint val="40000"/>
            <a:alpha val="90000"/>
          </a:schemeClr>
        </a:fillRef>
        <a:effectRef idx="0">
          <a:scrgbClr r="0" g="0" b="0"/>
        </a:effectRef>
        <a:fontRef idx="minor"/>
      </dsp:style>
      <dsp:txXfrm>
        <a:off x="7229475" y="0"/>
        <a:ext cx="3286125" cy="4351338"/>
      </dsp:txXfrm>
    </dsp:sp>
    <dsp:sp modelId="{F36E882A-B233-4110-A46A-BB8B49A00A83}">
      <dsp:nvSpPr>
        <dsp:cNvPr id="12" name="Oval 11"/>
        <dsp:cNvSpPr/>
      </dsp:nvSpPr>
      <dsp:spPr bwMode="white">
        <a:xfrm>
          <a:off x="8219837" y="435134"/>
          <a:ext cx="1305401" cy="1305401"/>
        </a:xfrm>
        <a:prstGeom prst="ellipse">
          <a:avLst/>
        </a:prstGeom>
      </dsp:spPr>
      <dsp:style>
        <a:lnRef idx="2">
          <a:schemeClr val="accent6"/>
        </a:lnRef>
        <a:fillRef idx="1">
          <a:schemeClr val="accent6"/>
        </a:fillRef>
        <a:effectRef idx="0">
          <a:scrgbClr r="0" g="0" b="0"/>
        </a:effectRef>
        <a:fontRef idx="minor">
          <a:schemeClr val="lt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3</a:t>
          </a:r>
        </a:p>
      </dsp:txBody>
      <dsp:txXfrm>
        <a:off x="8219837" y="435134"/>
        <a:ext cx="1305401" cy="1305401"/>
      </dsp:txXfrm>
    </dsp:sp>
    <dsp:sp modelId="{931E9302-020D-4E96-992C-86DA3CF1E529}">
      <dsp:nvSpPr>
        <dsp:cNvPr id="13" name="Rectangles 12"/>
        <dsp:cNvSpPr/>
      </dsp:nvSpPr>
      <dsp:spPr bwMode="white">
        <a:xfrm>
          <a:off x="7229475" y="4351266"/>
          <a:ext cx="3286125" cy="72"/>
        </a:xfrm>
        <a:prstGeom prst="rect">
          <a:avLst/>
        </a:prstGeom>
      </dsp:spPr>
      <dsp:style>
        <a:lnRef idx="2">
          <a:schemeClr val="accent2"/>
        </a:lnRef>
        <a:fillRef idx="1">
          <a:schemeClr val="accent2"/>
        </a:fillRef>
        <a:effectRef idx="0">
          <a:scrgbClr r="0" g="0" b="0"/>
        </a:effectRef>
        <a:fontRef idx="minor">
          <a:schemeClr val="lt1"/>
        </a:fontRef>
      </dsp:style>
      <dsp:txXfrm>
        <a:off x="7229475" y="4351266"/>
        <a:ext cx="3286125" cy="72"/>
      </dsp:txXfrm>
    </dsp:sp>
    <dsp:sp modelId="{AF136578-0BC4-4F4B-905F-563D9120556D}">
      <dsp:nvSpPr>
        <dsp:cNvPr id="6" name="Rectangles 5"/>
        <dsp:cNvSpPr/>
      </dsp:nvSpPr>
      <dsp:spPr bwMode="white">
        <a:xfrm>
          <a:off x="0" y="1653508"/>
          <a:ext cx="3286125" cy="2610803"/>
        </a:xfrm>
        <a:prstGeom prst="rect">
          <a:avLst/>
        </a:prstGeom>
        <a:noFill/>
        <a:ln>
          <a:noFill/>
        </a:ln>
      </dsp:spPr>
      <dsp:style>
        <a:lnRef idx="2">
          <a:scrgbClr r="0" g="0" b="0"/>
        </a:lnRef>
        <a:fillRef idx="1">
          <a:scrgbClr r="0" g="0" b="0"/>
        </a:fillRef>
        <a:effectRef idx="0">
          <a:scrgbClr r="0" g="0" b="0"/>
        </a:effectRef>
        <a:fontRef idx="minor"/>
      </dsp:style>
      <dsp:txBody>
        <a:bodyPr lIns="256199" tIns="330200" rIns="256199"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a:solidFill>
                <a:schemeClr val="dk1"/>
              </a:solidFill>
            </a:rPr>
            <a:t>ReactJS, Angular and VueJS among others are Frontend Frameworks designed to be used with web applications and interactive websites</a:t>
          </a:r>
          <a:endParaRPr>
            <a:solidFill>
              <a:schemeClr val="dk1"/>
            </a:solidFill>
          </a:endParaRPr>
        </a:p>
      </dsp:txBody>
      <dsp:txXfrm>
        <a:off x="0" y="1653508"/>
        <a:ext cx="3286125" cy="2610803"/>
      </dsp:txXfrm>
    </dsp:sp>
    <dsp:sp modelId="{E487B282-DCC4-4287-B0A6-C72434AE7DBF}">
      <dsp:nvSpPr>
        <dsp:cNvPr id="10" name="Rectangles 9"/>
        <dsp:cNvSpPr/>
      </dsp:nvSpPr>
      <dsp:spPr bwMode="white">
        <a:xfrm>
          <a:off x="3614738" y="1653508"/>
          <a:ext cx="3286125" cy="2610803"/>
        </a:xfrm>
        <a:prstGeom prst="rect">
          <a:avLst/>
        </a:prstGeom>
        <a:noFill/>
        <a:ln>
          <a:noFill/>
        </a:ln>
      </dsp:spPr>
      <dsp:style>
        <a:lnRef idx="2">
          <a:scrgbClr r="0" g="0" b="0"/>
        </a:lnRef>
        <a:fillRef idx="1">
          <a:scrgbClr r="0" g="0" b="0"/>
        </a:fillRef>
        <a:effectRef idx="0">
          <a:scrgbClr r="0" g="0" b="0"/>
        </a:effectRef>
        <a:fontRef idx="minor"/>
      </dsp:style>
      <dsp:txBody>
        <a:bodyPr lIns="256199" tIns="330200" rIns="256199"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a:solidFill>
                <a:schemeClr val="dk1"/>
              </a:solidFill>
            </a:rPr>
            <a:t>NodeJS – a platform built on JavaScript .Used to run advanced operation and applications on servers such as querying a database ,authenticate users and others.</a:t>
          </a:r>
          <a:endParaRPr>
            <a:solidFill>
              <a:schemeClr val="dk1"/>
            </a:solidFill>
          </a:endParaRPr>
        </a:p>
      </dsp:txBody>
      <dsp:txXfrm>
        <a:off x="3614738" y="1653508"/>
        <a:ext cx="3286125" cy="2610803"/>
      </dsp:txXfrm>
    </dsp:sp>
    <dsp:sp modelId="{77DA98F4-FD3A-4338-BDDE-3ABBB2765F4C}">
      <dsp:nvSpPr>
        <dsp:cNvPr id="14" name="Rectangles 13"/>
        <dsp:cNvSpPr/>
      </dsp:nvSpPr>
      <dsp:spPr bwMode="white">
        <a:xfrm>
          <a:off x="7229475" y="1653508"/>
          <a:ext cx="3286125" cy="2610803"/>
        </a:xfrm>
        <a:prstGeom prst="rect">
          <a:avLst/>
        </a:prstGeom>
        <a:noFill/>
        <a:ln>
          <a:noFill/>
        </a:ln>
      </dsp:spPr>
      <dsp:style>
        <a:lnRef idx="2">
          <a:scrgbClr r="0" g="0" b="0"/>
        </a:lnRef>
        <a:fillRef idx="1">
          <a:scrgbClr r="0" g="0" b="0"/>
        </a:fillRef>
        <a:effectRef idx="0">
          <a:scrgbClr r="0" g="0" b="0"/>
        </a:effectRef>
        <a:fontRef idx="minor"/>
      </dsp:style>
      <dsp:txBody>
        <a:bodyPr lIns="256199" tIns="330200" rIns="256199"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a:solidFill>
                <a:schemeClr val="dk1"/>
              </a:solidFill>
            </a:rPr>
            <a:t>NPM is a JavaScript Package manager with a lot of Open source Projects and Libraries.(part of Node)</a:t>
          </a:r>
          <a:endParaRPr>
            <a:solidFill>
              <a:schemeClr val="dk1"/>
            </a:solidFill>
          </a:endParaRPr>
        </a:p>
      </dsp:txBody>
      <dsp:txXfrm>
        <a:off x="7229475" y="1653508"/>
        <a:ext cx="3286125" cy="2610803"/>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905066" cy="4393982"/>
        <a:chOff x="0" y="0"/>
        <a:chExt cx="10905066" cy="4393982"/>
      </a:xfrm>
    </dsp:grpSpPr>
    <dsp:sp modelId="{C71D5D4E-42CC-4E19-ABC9-4AF4006BB594}">
      <dsp:nvSpPr>
        <dsp:cNvPr id="5" name="Freeform 4"/>
        <dsp:cNvSpPr/>
      </dsp:nvSpPr>
      <dsp:spPr bwMode="white">
        <a:xfrm>
          <a:off x="2085497" y="1674002"/>
          <a:ext cx="3220643" cy="767831"/>
        </a:xfrm>
        <a:custGeom>
          <a:avLst/>
          <a:gdLst/>
          <a:ahLst/>
          <a:cxnLst/>
          <a:pathLst>
            <a:path w="5072" h="1209">
              <a:moveTo>
                <a:pt x="5072" y="0"/>
              </a:moveTo>
              <a:lnTo>
                <a:pt x="5072" y="979"/>
              </a:lnTo>
              <a:lnTo>
                <a:pt x="0" y="979"/>
              </a:lnTo>
              <a:lnTo>
                <a:pt x="0" y="1209"/>
              </a:lnTo>
            </a:path>
          </a:pathLst>
        </a:custGeom>
      </dsp:spPr>
      <dsp:style>
        <a:lnRef idx="2">
          <a:schemeClr val="accent2">
            <a:shade val="60000"/>
          </a:schemeClr>
        </a:lnRef>
        <a:fillRef idx="0">
          <a:schemeClr val="accent2"/>
        </a:fillRef>
        <a:effectRef idx="0">
          <a:scrgbClr r="0" g="0" b="0"/>
        </a:effectRef>
        <a:fontRef idx="minor"/>
      </dsp:style>
      <dsp:txXfrm>
        <a:off x="2085497" y="1674002"/>
        <a:ext cx="3220643" cy="767831"/>
      </dsp:txXfrm>
    </dsp:sp>
    <dsp:sp modelId="{090E22CE-115B-4269-8407-44C75962BB0C}">
      <dsp:nvSpPr>
        <dsp:cNvPr id="8" name="Freeform 7"/>
        <dsp:cNvSpPr/>
      </dsp:nvSpPr>
      <dsp:spPr bwMode="white">
        <a:xfrm>
          <a:off x="5306140" y="1674002"/>
          <a:ext cx="0" cy="767831"/>
        </a:xfrm>
        <a:custGeom>
          <a:avLst/>
          <a:gdLst/>
          <a:ahLst/>
          <a:cxnLst/>
          <a:pathLst>
            <a:path h="1209">
              <a:moveTo>
                <a:pt x="0" y="0"/>
              </a:moveTo>
              <a:lnTo>
                <a:pt x="0" y="1209"/>
              </a:lnTo>
            </a:path>
          </a:pathLst>
        </a:custGeom>
      </dsp:spPr>
      <dsp:style>
        <a:lnRef idx="2">
          <a:schemeClr val="accent2">
            <a:shade val="60000"/>
          </a:schemeClr>
        </a:lnRef>
        <a:fillRef idx="0">
          <a:schemeClr val="accent2"/>
        </a:fillRef>
        <a:effectRef idx="0">
          <a:scrgbClr r="0" g="0" b="0"/>
        </a:effectRef>
        <a:fontRef idx="minor"/>
      </dsp:style>
      <dsp:txXfrm>
        <a:off x="5306140" y="1674002"/>
        <a:ext cx="0" cy="767831"/>
      </dsp:txXfrm>
    </dsp:sp>
    <dsp:sp modelId="{9996F335-C091-48ED-B9A2-52EA2871AE2C}">
      <dsp:nvSpPr>
        <dsp:cNvPr id="11" name="Freeform 10"/>
        <dsp:cNvSpPr/>
      </dsp:nvSpPr>
      <dsp:spPr bwMode="white">
        <a:xfrm>
          <a:off x="5306140" y="1674002"/>
          <a:ext cx="3220643" cy="767831"/>
        </a:xfrm>
        <a:custGeom>
          <a:avLst/>
          <a:gdLst/>
          <a:ahLst/>
          <a:cxnLst/>
          <a:pathLst>
            <a:path w="5072" h="1209">
              <a:moveTo>
                <a:pt x="0" y="0"/>
              </a:moveTo>
              <a:lnTo>
                <a:pt x="0" y="979"/>
              </a:lnTo>
              <a:lnTo>
                <a:pt x="5072" y="979"/>
              </a:lnTo>
              <a:lnTo>
                <a:pt x="5072" y="1209"/>
              </a:lnTo>
            </a:path>
          </a:pathLst>
        </a:custGeom>
      </dsp:spPr>
      <dsp:style>
        <a:lnRef idx="2">
          <a:schemeClr val="accent2">
            <a:shade val="60000"/>
          </a:schemeClr>
        </a:lnRef>
        <a:fillRef idx="0">
          <a:schemeClr val="accent2"/>
        </a:fillRef>
        <a:effectRef idx="0">
          <a:scrgbClr r="0" g="0" b="0"/>
        </a:effectRef>
        <a:fontRef idx="minor"/>
      </dsp:style>
      <dsp:txXfrm>
        <a:off x="5306140" y="1674002"/>
        <a:ext cx="3220643" cy="767831"/>
      </dsp:txXfrm>
    </dsp:sp>
    <dsp:sp modelId="{AFBF90A8-362F-4216-B6B2-B35602DAA9DC}">
      <dsp:nvSpPr>
        <dsp:cNvPr id="3" name="Rounded Rectangle 2"/>
        <dsp:cNvSpPr/>
      </dsp:nvSpPr>
      <dsp:spPr bwMode="white">
        <a:xfrm>
          <a:off x="3988604" y="732"/>
          <a:ext cx="2635072" cy="1673271"/>
        </a:xfrm>
        <a:prstGeom prst="roundRect">
          <a:avLst>
            <a:gd name="adj" fmla="val 10000"/>
          </a:avLst>
        </a:prstGeom>
      </dsp:spPr>
      <dsp:style>
        <a:lnRef idx="0">
          <a:schemeClr val="lt1"/>
        </a:lnRef>
        <a:fillRef idx="3">
          <a:schemeClr val="accent2"/>
        </a:fillRef>
        <a:effectRef idx="3">
          <a:scrgbClr r="0" g="0" b="0"/>
        </a:effectRef>
        <a:fontRef idx="minor">
          <a:schemeClr val="lt1"/>
        </a:fontRef>
      </dsp:style>
      <dsp:txXfrm>
        <a:off x="3988604" y="732"/>
        <a:ext cx="2635072" cy="1673271"/>
      </dsp:txXfrm>
    </dsp:sp>
    <dsp:sp modelId="{1DB3217B-BD6B-4B44-90E5-487F7E572DE9}">
      <dsp:nvSpPr>
        <dsp:cNvPr id="4" name="Rounded Rectangle 3"/>
        <dsp:cNvSpPr/>
      </dsp:nvSpPr>
      <dsp:spPr bwMode="white">
        <a:xfrm>
          <a:off x="4281390" y="278878"/>
          <a:ext cx="2635072" cy="1673271"/>
        </a:xfrm>
        <a:prstGeom prst="roundRect">
          <a:avLst>
            <a:gd name="adj" fmla="val 10000"/>
          </a:avLst>
        </a:prstGeom>
      </dsp:spPr>
      <dsp:style>
        <a:lnRef idx="1">
          <a:schemeClr val="accent2"/>
        </a:lnRef>
        <a:fillRef idx="1">
          <a:schemeClr val="lt1">
            <a:alpha val="90000"/>
          </a:schemeClr>
        </a:fillRef>
        <a:effectRef idx="2">
          <a:scrgbClr r="0" g="0" b="0"/>
        </a:effectRef>
        <a:fontRef idx="minor"/>
      </dsp:style>
      <dsp:txBody>
        <a:bodyPr lIns="140970" tIns="140970" rIns="140970" bIns="14097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a:solidFill>
                <a:schemeClr val="dk1"/>
              </a:solidFill>
            </a:rPr>
            <a:t>We can use console to :</a:t>
          </a:r>
          <a:endParaRPr>
            <a:solidFill>
              <a:schemeClr val="dk1"/>
            </a:solidFill>
          </a:endParaRPr>
        </a:p>
      </dsp:txBody>
      <dsp:txXfrm>
        <a:off x="4281390" y="278878"/>
        <a:ext cx="2635072" cy="1673271"/>
      </dsp:txXfrm>
    </dsp:sp>
    <dsp:sp modelId="{E0B384A5-8E00-4E77-A42C-0483C3B34A63}">
      <dsp:nvSpPr>
        <dsp:cNvPr id="6" name="Rounded Rectangle 5"/>
        <dsp:cNvSpPr/>
      </dsp:nvSpPr>
      <dsp:spPr bwMode="white">
        <a:xfrm>
          <a:off x="767961" y="2441833"/>
          <a:ext cx="2635072" cy="1673271"/>
        </a:xfrm>
        <a:prstGeom prst="roundRect">
          <a:avLst>
            <a:gd name="adj" fmla="val 10000"/>
          </a:avLst>
        </a:prstGeom>
      </dsp:spPr>
      <dsp:style>
        <a:lnRef idx="0">
          <a:schemeClr val="lt1"/>
        </a:lnRef>
        <a:fillRef idx="3">
          <a:schemeClr val="accent2"/>
        </a:fillRef>
        <a:effectRef idx="3">
          <a:scrgbClr r="0" g="0" b="0"/>
        </a:effectRef>
        <a:fontRef idx="minor">
          <a:schemeClr val="lt1"/>
        </a:fontRef>
      </dsp:style>
      <dsp:txXfrm>
        <a:off x="767961" y="2441833"/>
        <a:ext cx="2635072" cy="1673271"/>
      </dsp:txXfrm>
    </dsp:sp>
    <dsp:sp modelId="{8168B5B9-23DC-4ABA-A504-57B8EFBCADDF}">
      <dsp:nvSpPr>
        <dsp:cNvPr id="7" name="Rounded Rectangle 6"/>
        <dsp:cNvSpPr/>
      </dsp:nvSpPr>
      <dsp:spPr bwMode="white">
        <a:xfrm>
          <a:off x="1060747" y="2719980"/>
          <a:ext cx="2635072" cy="1673271"/>
        </a:xfrm>
        <a:prstGeom prst="roundRect">
          <a:avLst>
            <a:gd name="adj" fmla="val 10000"/>
          </a:avLst>
        </a:prstGeom>
      </dsp:spPr>
      <dsp:style>
        <a:lnRef idx="1">
          <a:schemeClr val="accent2"/>
        </a:lnRef>
        <a:fillRef idx="1">
          <a:schemeClr val="lt1">
            <a:alpha val="90000"/>
          </a:schemeClr>
        </a:fillRef>
        <a:effectRef idx="2">
          <a:scrgbClr r="0" g="0" b="0"/>
        </a:effectRef>
        <a:fontRef idx="minor"/>
      </dsp:style>
      <dsp:txBody>
        <a:bodyPr lIns="140970" tIns="140970" rIns="140970" bIns="14097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a:solidFill>
                <a:schemeClr val="dk1"/>
              </a:solidFill>
              <a:latin typeface="Calibri Light" panose="020F0302020204030204"/>
            </a:rPr>
            <a:t>Debugging</a:t>
          </a:r>
          <a:endParaRPr lang="en-US" dirty="0">
            <a:solidFill>
              <a:schemeClr val="dk1"/>
            </a:solidFill>
          </a:endParaRPr>
        </a:p>
      </dsp:txBody>
      <dsp:txXfrm>
        <a:off x="1060747" y="2719980"/>
        <a:ext cx="2635072" cy="1673271"/>
      </dsp:txXfrm>
    </dsp:sp>
    <dsp:sp modelId="{D132D5AE-CE0F-4D7A-BE18-A943EF37325E}">
      <dsp:nvSpPr>
        <dsp:cNvPr id="9" name="Rounded Rectangle 8"/>
        <dsp:cNvSpPr/>
      </dsp:nvSpPr>
      <dsp:spPr bwMode="white">
        <a:xfrm>
          <a:off x="3988604" y="2441833"/>
          <a:ext cx="2635072" cy="1673271"/>
        </a:xfrm>
        <a:prstGeom prst="roundRect">
          <a:avLst>
            <a:gd name="adj" fmla="val 10000"/>
          </a:avLst>
        </a:prstGeom>
      </dsp:spPr>
      <dsp:style>
        <a:lnRef idx="0">
          <a:schemeClr val="lt1"/>
        </a:lnRef>
        <a:fillRef idx="3">
          <a:schemeClr val="accent2"/>
        </a:fillRef>
        <a:effectRef idx="3">
          <a:scrgbClr r="0" g="0" b="0"/>
        </a:effectRef>
        <a:fontRef idx="minor">
          <a:schemeClr val="lt1"/>
        </a:fontRef>
      </dsp:style>
      <dsp:txXfrm>
        <a:off x="3988604" y="2441833"/>
        <a:ext cx="2635072" cy="1673271"/>
      </dsp:txXfrm>
    </dsp:sp>
    <dsp:sp modelId="{CBFF7743-91DD-4331-A1AE-650E35BB92B9}">
      <dsp:nvSpPr>
        <dsp:cNvPr id="10" name="Rounded Rectangle 9"/>
        <dsp:cNvSpPr/>
      </dsp:nvSpPr>
      <dsp:spPr bwMode="white">
        <a:xfrm>
          <a:off x="4281390" y="2719980"/>
          <a:ext cx="2635072" cy="1673271"/>
        </a:xfrm>
        <a:prstGeom prst="roundRect">
          <a:avLst>
            <a:gd name="adj" fmla="val 10000"/>
          </a:avLst>
        </a:prstGeom>
      </dsp:spPr>
      <dsp:style>
        <a:lnRef idx="1">
          <a:schemeClr val="accent2"/>
        </a:lnRef>
        <a:fillRef idx="1">
          <a:schemeClr val="lt1">
            <a:alpha val="90000"/>
          </a:schemeClr>
        </a:fillRef>
        <a:effectRef idx="2">
          <a:scrgbClr r="0" g="0" b="0"/>
        </a:effectRef>
        <a:fontRef idx="minor"/>
      </dsp:style>
      <dsp:txBody>
        <a:bodyPr lIns="140970" tIns="140970" rIns="140970" bIns="14097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a:solidFill>
                <a:schemeClr val="dk1"/>
              </a:solidFill>
            </a:rPr>
            <a:t>Test code </a:t>
          </a:r>
          <a:endParaRPr>
            <a:solidFill>
              <a:schemeClr val="dk1"/>
            </a:solidFill>
          </a:endParaRPr>
        </a:p>
      </dsp:txBody>
      <dsp:txXfrm>
        <a:off x="4281390" y="2719980"/>
        <a:ext cx="2635072" cy="1673271"/>
      </dsp:txXfrm>
    </dsp:sp>
    <dsp:sp modelId="{A614F9B0-A67A-428F-9FFF-888532CE02A8}">
      <dsp:nvSpPr>
        <dsp:cNvPr id="12" name="Rounded Rectangle 11"/>
        <dsp:cNvSpPr/>
      </dsp:nvSpPr>
      <dsp:spPr bwMode="white">
        <a:xfrm>
          <a:off x="7209247" y="2441833"/>
          <a:ext cx="2635072" cy="1673271"/>
        </a:xfrm>
        <a:prstGeom prst="roundRect">
          <a:avLst>
            <a:gd name="adj" fmla="val 10000"/>
          </a:avLst>
        </a:prstGeom>
      </dsp:spPr>
      <dsp:style>
        <a:lnRef idx="0">
          <a:schemeClr val="lt1"/>
        </a:lnRef>
        <a:fillRef idx="3">
          <a:schemeClr val="accent2"/>
        </a:fillRef>
        <a:effectRef idx="3">
          <a:scrgbClr r="0" g="0" b="0"/>
        </a:effectRef>
        <a:fontRef idx="minor">
          <a:schemeClr val="lt1"/>
        </a:fontRef>
      </dsp:style>
      <dsp:txXfrm>
        <a:off x="7209247" y="2441833"/>
        <a:ext cx="2635072" cy="1673271"/>
      </dsp:txXfrm>
    </dsp:sp>
    <dsp:sp modelId="{F0644EE6-6F84-45CD-A684-237576B80D8C}">
      <dsp:nvSpPr>
        <dsp:cNvPr id="13" name="Rounded Rectangle 12"/>
        <dsp:cNvSpPr/>
      </dsp:nvSpPr>
      <dsp:spPr bwMode="white">
        <a:xfrm>
          <a:off x="7502033" y="2719980"/>
          <a:ext cx="2635072" cy="1673271"/>
        </a:xfrm>
        <a:prstGeom prst="roundRect">
          <a:avLst>
            <a:gd name="adj" fmla="val 10000"/>
          </a:avLst>
        </a:prstGeom>
      </dsp:spPr>
      <dsp:style>
        <a:lnRef idx="1">
          <a:schemeClr val="accent2"/>
        </a:lnRef>
        <a:fillRef idx="1">
          <a:schemeClr val="lt1">
            <a:alpha val="90000"/>
          </a:schemeClr>
        </a:fillRef>
        <a:effectRef idx="2">
          <a:scrgbClr r="0" g="0" b="0"/>
        </a:effectRef>
        <a:fontRef idx="minor"/>
      </dsp:style>
      <dsp:txBody>
        <a:bodyPr lIns="140970" tIns="140970" rIns="140970" bIns="14097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a:solidFill>
                <a:schemeClr val="dk1"/>
              </a:solidFill>
            </a:rPr>
            <a:t>Practice code</a:t>
          </a:r>
          <a:endParaRPr>
            <a:solidFill>
              <a:schemeClr val="dk1"/>
            </a:solidFill>
          </a:endParaRPr>
        </a:p>
      </dsp:txBody>
      <dsp:txXfrm>
        <a:off x="7502033" y="2719980"/>
        <a:ext cx="2635072" cy="167327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cxnId="4" type="sibTrans">
          <dgm:prSet phldrT="1"/>
          <dgm:t>
            <a:bodyPr/>
            <a:lstStyle/>
            <a:p>
              <a:r>
                <a:rPr/>
                <a:t>1</a:t>
              </a:r>
            </a:p>
          </dgm:t>
        </dgm:pt>
        <dgm:pt modelId="201" cxnId="5" type="sibTrans">
          <dgm:prSet phldrT="2"/>
          <dgm:t>
            <a:bodyPr/>
            <a:lstStyle/>
            <a:p>
              <a:r>
                <a:rPr/>
                <a:t>2</a:t>
              </a:r>
            </a:p>
          </dgm:t>
        </dgm:pt>
        <dgm:pt modelId="301" cxnId="6" type="sibTrans">
          <dgm:prSet phldrT="3"/>
          <dgm:t>
            <a:bodyPr/>
            <a:lstStyle/>
            <a:p>
              <a:r>
                <a:rP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HorzCh" val="ctr"/>
              <dgm:param type="txAnchorVert" val="mid"/>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0FC69-4B86-42C0-B913-CF5086913E9B}" type="datetimeFigureOut">
              <a:rPr/>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A44DC-0B73-477D-9735-AE92FB913BD4}"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BD96DA6D-0487-4827-872D-3CD3615F59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D96DA6D-0487-4827-872D-3CD3615F59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D96DA6D-0487-4827-872D-3CD3615F59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BD96DA6D-0487-4827-872D-3CD3615F59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BD96DA6D-0487-4827-872D-3CD3615F597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D96DA6D-0487-4827-872D-3CD3615F597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96DA6D-0487-4827-872D-3CD3615F597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D96DA6D-0487-4827-872D-3CD3615F59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D96DA6D-0487-4827-872D-3CD3615F597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D96DA6D-0487-4827-872D-3CD3615F59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D96DA6D-0487-4827-872D-3CD3615F597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1E0EB1-2A92-40E1-B5F0-2BF7A195FE00}"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matchingNam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matchingName="Title + 1 column">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600" lvl="0" indent="-457200">
              <a:spcBef>
                <a:spcPts val="800"/>
              </a:spcBef>
              <a:spcAft>
                <a:spcPts val="0"/>
              </a:spcAft>
              <a:buSzPts val="1800"/>
              <a:buChar char="▸"/>
              <a:defRPr/>
            </a:lvl1pPr>
            <a:lvl2pPr marL="1219200" lvl="1" indent="-457200">
              <a:spcBef>
                <a:spcPts val="800"/>
              </a:spcBef>
              <a:spcAft>
                <a:spcPts val="0"/>
              </a:spcAft>
              <a:buSzPts val="1800"/>
              <a:buChar char="▹"/>
              <a:defRPr/>
            </a:lvl2pPr>
            <a:lvl3pPr marL="1828800" lvl="2" indent="-457200">
              <a:spcBef>
                <a:spcPts val="800"/>
              </a:spcBef>
              <a:spcAft>
                <a:spcPts val="0"/>
              </a:spcAft>
              <a:buSzPts val="1800"/>
              <a:buChar char="▹"/>
              <a:defRPr/>
            </a:lvl3pPr>
            <a:lvl4pPr marL="2438400" lvl="3" indent="-474345">
              <a:spcBef>
                <a:spcPts val="800"/>
              </a:spcBef>
              <a:spcAft>
                <a:spcPts val="0"/>
              </a:spcAft>
              <a:buSzPts val="2000"/>
              <a:buChar char="▹"/>
              <a:defRPr/>
            </a:lvl4pPr>
            <a:lvl5pPr marL="3048000" lvl="4" indent="-474345">
              <a:spcBef>
                <a:spcPts val="800"/>
              </a:spcBef>
              <a:spcAft>
                <a:spcPts val="0"/>
              </a:spcAft>
              <a:buSzPts val="2000"/>
              <a:buChar char="▹"/>
              <a:defRPr/>
            </a:lvl5pPr>
            <a:lvl6pPr marL="3657600" lvl="5" indent="-474345">
              <a:spcBef>
                <a:spcPts val="800"/>
              </a:spcBef>
              <a:spcAft>
                <a:spcPts val="0"/>
              </a:spcAft>
              <a:buSzPts val="2000"/>
              <a:buChar char="▹"/>
              <a:defRPr/>
            </a:lvl6pPr>
            <a:lvl7pPr marL="4267200" lvl="6" indent="-474345">
              <a:spcBef>
                <a:spcPts val="800"/>
              </a:spcBef>
              <a:spcAft>
                <a:spcPts val="0"/>
              </a:spcAft>
              <a:buSzPts val="2000"/>
              <a:buChar char="▹"/>
              <a:defRPr/>
            </a:lvl7pPr>
            <a:lvl8pPr marL="4876800" lvl="7" indent="-474345">
              <a:spcBef>
                <a:spcPts val="800"/>
              </a:spcBef>
              <a:spcAft>
                <a:spcPts val="0"/>
              </a:spcAft>
              <a:buSzPts val="2000"/>
              <a:buChar char="▹"/>
              <a:defRPr/>
            </a:lvl8pPr>
            <a:lvl9pPr marL="5486400" lvl="8" indent="-474345">
              <a:spcBef>
                <a:spcPts val="800"/>
              </a:spcBef>
              <a:spcAft>
                <a:spcPts val="0"/>
              </a:spcAft>
              <a:buSzPts val="2000"/>
              <a:buChar char="▹"/>
              <a:defRPr/>
            </a:lvl9pPr>
          </a:lstStyle>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6DA6D-0487-4827-872D-3CD3615F597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E0EB1-2A92-40E1-B5F0-2BF7A195FE0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pSp>
        <p:nvGrpSpPr>
          <p:cNvPr id="63" name="Google Shape;63;p12"/>
          <p:cNvGrpSpPr/>
          <p:nvPr/>
        </p:nvGrpSpPr>
        <p:grpSpPr>
          <a:xfrm>
            <a:off x="6829903" y="890669"/>
            <a:ext cx="5121524" cy="5191071"/>
            <a:chOff x="5122427" y="668001"/>
            <a:chExt cx="3841143" cy="3893303"/>
          </a:xfrm>
        </p:grpSpPr>
        <p:grpSp>
          <p:nvGrpSpPr>
            <p:cNvPr id="64" name="Google Shape;64;p12"/>
            <p:cNvGrpSpPr/>
            <p:nvPr/>
          </p:nvGrpSpPr>
          <p:grpSpPr>
            <a:xfrm>
              <a:off x="5144045" y="893590"/>
              <a:ext cx="2833667" cy="2964311"/>
              <a:chOff x="3860721" y="1330073"/>
              <a:chExt cx="3544299" cy="3707706"/>
            </a:xfrm>
          </p:grpSpPr>
          <p:sp>
            <p:nvSpPr>
              <p:cNvPr id="65" name="Google Shape;65;p12"/>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 name="Google Shape;66;p12"/>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 name="Google Shape;67;p12"/>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8" name="Google Shape;68;p12"/>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 name="Google Shape;69;p12"/>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 name="Google Shape;70;p12"/>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1" name="Google Shape;71;p12"/>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2" name="Google Shape;72;p12"/>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 name="Google Shape;73;p12"/>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4" name="Google Shape;74;p12"/>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5" name="Google Shape;75;p12"/>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 name="Google Shape;76;p12"/>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 name="Google Shape;77;p12"/>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 name="Google Shape;78;p12"/>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 name="Google Shape;79;p12"/>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 name="Google Shape;80;p12"/>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 name="Google Shape;81;p12"/>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 name="Google Shape;82;p12"/>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 name="Google Shape;83;p12"/>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 name="Google Shape;84;p12"/>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 name="Google Shape;85;p12"/>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 name="Google Shape;86;p12"/>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7" name="Google Shape;87;p12"/>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 name="Google Shape;88;p12"/>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9" name="Google Shape;89;p12"/>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0" name="Google Shape;90;p12"/>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 name="Google Shape;91;p12"/>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 name="Google Shape;92;p12"/>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3" name="Google Shape;93;p12"/>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4" name="Google Shape;94;p12"/>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5" name="Google Shape;95;p12"/>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6" name="Google Shape;96;p12"/>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 name="Google Shape;97;p12"/>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 name="Google Shape;98;p12"/>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 name="Google Shape;99;p12"/>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 name="Google Shape;100;p12"/>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 name="Google Shape;101;p12"/>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2" name="Google Shape;102;p12"/>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3" name="Google Shape;103;p12"/>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4" name="Google Shape;104;p12"/>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5" name="Google Shape;105;p12"/>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6" name="Google Shape;106;p12"/>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7" name="Google Shape;107;p12"/>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8" name="Google Shape;108;p12"/>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9" name="Google Shape;109;p12"/>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0" name="Google Shape;110;p12"/>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1" name="Google Shape;111;p12"/>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2" name="Google Shape;112;p12"/>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3" name="Google Shape;113;p12"/>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4" name="Google Shape;114;p12"/>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5" name="Google Shape;115;p12"/>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6" name="Google Shape;116;p12"/>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7" name="Google Shape;117;p12"/>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8" name="Google Shape;118;p12"/>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 name="Google Shape;119;p12"/>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 name="Google Shape;120;p12"/>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1" name="Google Shape;121;p12"/>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 name="Google Shape;122;p12"/>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 name="Google Shape;123;p12"/>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 name="Google Shape;124;p12"/>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 name="Google Shape;125;p12"/>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6" name="Google Shape;126;p12"/>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 name="Google Shape;127;p12"/>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 name="Google Shape;128;p12"/>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9" name="Google Shape;129;p12"/>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0" name="Google Shape;130;p12"/>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1" name="Google Shape;131;p12"/>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2" name="Google Shape;132;p12"/>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3" name="Google Shape;133;p12"/>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4" name="Google Shape;134;p12"/>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5" name="Google Shape;135;p12"/>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6" name="Google Shape;136;p12"/>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7" name="Google Shape;137;p12"/>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8" name="Google Shape;138;p12"/>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9" name="Google Shape;139;p12"/>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0" name="Google Shape;140;p12"/>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1" name="Google Shape;141;p12"/>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2" name="Google Shape;142;p12"/>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3" name="Google Shape;143;p12"/>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4" name="Google Shape;144;p12"/>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5" name="Google Shape;145;p12"/>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6" name="Google Shape;146;p12"/>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7" name="Google Shape;147;p12"/>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8" name="Google Shape;148;p12"/>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9" name="Google Shape;149;p12"/>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0" name="Google Shape;150;p12"/>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1" name="Google Shape;151;p12"/>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2" name="Google Shape;152;p12"/>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3" name="Google Shape;153;p12"/>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4" name="Google Shape;154;p12"/>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5" name="Google Shape;155;p12"/>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6" name="Google Shape;156;p12"/>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7" name="Google Shape;157;p12"/>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8" name="Google Shape;158;p12"/>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9" name="Google Shape;159;p12"/>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0" name="Google Shape;160;p12"/>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1" name="Google Shape;161;p12"/>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2" name="Google Shape;162;p12"/>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3" name="Google Shape;163;p12"/>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4" name="Google Shape;164;p12"/>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5" name="Google Shape;165;p12"/>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6" name="Google Shape;166;p12"/>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7" name="Google Shape;167;p12"/>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8" name="Google Shape;168;p12"/>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9" name="Google Shape;169;p12"/>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0" name="Google Shape;170;p12"/>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1" name="Google Shape;171;p12"/>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72" name="Google Shape;172;p12"/>
            <p:cNvSpPr/>
            <p:nvPr/>
          </p:nvSpPr>
          <p:spPr>
            <a:xfrm>
              <a:off x="6986665" y="3342725"/>
              <a:ext cx="1789199" cy="1033007"/>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3" name="Google Shape;173;p12"/>
            <p:cNvSpPr/>
            <p:nvPr/>
          </p:nvSpPr>
          <p:spPr>
            <a:xfrm>
              <a:off x="7014156" y="3327342"/>
              <a:ext cx="1789199" cy="1033007"/>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4" name="Google Shape;174;p12"/>
            <p:cNvSpPr/>
            <p:nvPr/>
          </p:nvSpPr>
          <p:spPr>
            <a:xfrm>
              <a:off x="7014156" y="3298709"/>
              <a:ext cx="1789199" cy="1033007"/>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5" name="Google Shape;175;p12"/>
            <p:cNvSpPr/>
            <p:nvPr/>
          </p:nvSpPr>
          <p:spPr>
            <a:xfrm>
              <a:off x="7976493" y="3396565"/>
              <a:ext cx="664277" cy="383503"/>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6" name="Google Shape;176;p12"/>
            <p:cNvSpPr/>
            <p:nvPr/>
          </p:nvSpPr>
          <p:spPr>
            <a:xfrm>
              <a:off x="7912754" y="3450709"/>
              <a:ext cx="634273" cy="36621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7" name="Google Shape;177;p12"/>
            <p:cNvSpPr/>
            <p:nvPr/>
          </p:nvSpPr>
          <p:spPr>
            <a:xfrm>
              <a:off x="7863331" y="3479190"/>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8" name="Google Shape;178;p12"/>
            <p:cNvSpPr/>
            <p:nvPr/>
          </p:nvSpPr>
          <p:spPr>
            <a:xfrm>
              <a:off x="7813984" y="3507747"/>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9" name="Google Shape;179;p12"/>
            <p:cNvSpPr/>
            <p:nvPr/>
          </p:nvSpPr>
          <p:spPr>
            <a:xfrm>
              <a:off x="7451727" y="3699575"/>
              <a:ext cx="664201" cy="38350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0" name="Google Shape;180;p12"/>
            <p:cNvSpPr/>
            <p:nvPr/>
          </p:nvSpPr>
          <p:spPr>
            <a:xfrm>
              <a:off x="7387988" y="3753643"/>
              <a:ext cx="592922" cy="342381"/>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1" name="Google Shape;181;p12"/>
            <p:cNvSpPr/>
            <p:nvPr/>
          </p:nvSpPr>
          <p:spPr>
            <a:xfrm>
              <a:off x="7338565" y="3782200"/>
              <a:ext cx="581727" cy="33583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2" name="Google Shape;182;p12"/>
            <p:cNvSpPr/>
            <p:nvPr/>
          </p:nvSpPr>
          <p:spPr>
            <a:xfrm>
              <a:off x="7289218" y="3810681"/>
              <a:ext cx="496361" cy="286637"/>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3" name="Google Shape;183;p12"/>
            <p:cNvSpPr/>
            <p:nvPr/>
          </p:nvSpPr>
          <p:spPr>
            <a:xfrm>
              <a:off x="7582329" y="3561435"/>
              <a:ext cx="337202" cy="194645"/>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4" name="Google Shape;184;p12"/>
            <p:cNvSpPr/>
            <p:nvPr/>
          </p:nvSpPr>
          <p:spPr>
            <a:xfrm>
              <a:off x="7800200" y="3687162"/>
              <a:ext cx="337202" cy="194721"/>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5" name="Google Shape;185;p12"/>
            <p:cNvSpPr/>
            <p:nvPr/>
          </p:nvSpPr>
          <p:spPr>
            <a:xfrm>
              <a:off x="8018073" y="3812966"/>
              <a:ext cx="337202" cy="194721"/>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6" name="Google Shape;186;p12"/>
            <p:cNvSpPr/>
            <p:nvPr/>
          </p:nvSpPr>
          <p:spPr>
            <a:xfrm>
              <a:off x="6687910" y="670084"/>
              <a:ext cx="163899" cy="239625"/>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7" name="Google Shape;187;p12"/>
            <p:cNvSpPr/>
            <p:nvPr/>
          </p:nvSpPr>
          <p:spPr>
            <a:xfrm>
              <a:off x="6700339" y="668001"/>
              <a:ext cx="78506" cy="96744"/>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8" name="Google Shape;188;p12"/>
            <p:cNvSpPr/>
            <p:nvPr/>
          </p:nvSpPr>
          <p:spPr>
            <a:xfrm>
              <a:off x="6715688" y="773039"/>
              <a:ext cx="96838" cy="10838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9" name="Google Shape;189;p12"/>
            <p:cNvSpPr/>
            <p:nvPr/>
          </p:nvSpPr>
          <p:spPr>
            <a:xfrm>
              <a:off x="6550295" y="816287"/>
              <a:ext cx="182749" cy="260151"/>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0" name="Google Shape;190;p12"/>
            <p:cNvSpPr/>
            <p:nvPr/>
          </p:nvSpPr>
          <p:spPr>
            <a:xfrm>
              <a:off x="6687493" y="808527"/>
              <a:ext cx="141166" cy="186207"/>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1" name="Google Shape;191;p12"/>
            <p:cNvSpPr/>
            <p:nvPr/>
          </p:nvSpPr>
          <p:spPr>
            <a:xfrm>
              <a:off x="6712641" y="675415"/>
              <a:ext cx="103849" cy="127932"/>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2" name="Google Shape;192;p12"/>
            <p:cNvSpPr/>
            <p:nvPr/>
          </p:nvSpPr>
          <p:spPr>
            <a:xfrm>
              <a:off x="6716857" y="674913"/>
              <a:ext cx="104260" cy="98126"/>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3" name="Google Shape;193;p12"/>
            <p:cNvSpPr/>
            <p:nvPr/>
          </p:nvSpPr>
          <p:spPr>
            <a:xfrm>
              <a:off x="6591681" y="1319278"/>
              <a:ext cx="81988" cy="62539"/>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4" name="Google Shape;194;p12"/>
            <p:cNvSpPr/>
            <p:nvPr/>
          </p:nvSpPr>
          <p:spPr>
            <a:xfrm>
              <a:off x="6592043" y="1339232"/>
              <a:ext cx="81616" cy="42611"/>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5" name="Google Shape;195;p12"/>
            <p:cNvSpPr/>
            <p:nvPr/>
          </p:nvSpPr>
          <p:spPr>
            <a:xfrm>
              <a:off x="6550653" y="1292322"/>
              <a:ext cx="75049" cy="5813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6" name="Google Shape;196;p12"/>
            <p:cNvSpPr/>
            <p:nvPr/>
          </p:nvSpPr>
          <p:spPr>
            <a:xfrm>
              <a:off x="6550998" y="1311512"/>
              <a:ext cx="74752" cy="39022"/>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7" name="Google Shape;197;p12"/>
            <p:cNvSpPr/>
            <p:nvPr/>
          </p:nvSpPr>
          <p:spPr>
            <a:xfrm>
              <a:off x="6578488" y="992358"/>
              <a:ext cx="178709" cy="308230"/>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8" name="Google Shape;198;p12"/>
            <p:cNvSpPr/>
            <p:nvPr/>
          </p:nvSpPr>
          <p:spPr>
            <a:xfrm>
              <a:off x="6627226" y="992967"/>
              <a:ext cx="177917" cy="333745"/>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9" name="Google Shape;199;p12"/>
            <p:cNvSpPr/>
            <p:nvPr/>
          </p:nvSpPr>
          <p:spPr>
            <a:xfrm>
              <a:off x="6560953" y="971949"/>
              <a:ext cx="266059" cy="244904"/>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0" name="Google Shape;200;p12"/>
            <p:cNvSpPr/>
            <p:nvPr/>
          </p:nvSpPr>
          <p:spPr>
            <a:xfrm>
              <a:off x="6774876" y="827227"/>
              <a:ext cx="92463" cy="324160"/>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1" name="Google Shape;201;p12"/>
            <p:cNvSpPr/>
            <p:nvPr/>
          </p:nvSpPr>
          <p:spPr>
            <a:xfrm>
              <a:off x="6792998" y="823141"/>
              <a:ext cx="55907" cy="71103"/>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2" name="Google Shape;202;p12"/>
            <p:cNvSpPr/>
            <p:nvPr/>
          </p:nvSpPr>
          <p:spPr>
            <a:xfrm>
              <a:off x="6683350" y="808424"/>
              <a:ext cx="47823" cy="50210"/>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03" name="Google Shape;203;p12"/>
            <p:cNvGrpSpPr/>
            <p:nvPr/>
          </p:nvGrpSpPr>
          <p:grpSpPr>
            <a:xfrm flipH="1">
              <a:off x="5678143" y="1227582"/>
              <a:ext cx="345795" cy="1043508"/>
              <a:chOff x="5678143" y="1151382"/>
              <a:chExt cx="345795" cy="1043508"/>
            </a:xfrm>
          </p:grpSpPr>
          <p:sp>
            <p:nvSpPr>
              <p:cNvPr id="204" name="Google Shape;204;p12"/>
              <p:cNvSpPr/>
              <p:nvPr/>
            </p:nvSpPr>
            <p:spPr>
              <a:xfrm>
                <a:off x="5678143" y="199524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5" name="Google Shape;205;p12"/>
              <p:cNvSpPr/>
              <p:nvPr/>
            </p:nvSpPr>
            <p:spPr>
              <a:xfrm>
                <a:off x="5781662" y="1153715"/>
                <a:ext cx="174078" cy="254926"/>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6" name="Google Shape;206;p12"/>
              <p:cNvSpPr/>
              <p:nvPr/>
            </p:nvSpPr>
            <p:spPr>
              <a:xfrm>
                <a:off x="5776639" y="1337053"/>
                <a:ext cx="32518" cy="18836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7" name="Google Shape;207;p12"/>
              <p:cNvSpPr/>
              <p:nvPr/>
            </p:nvSpPr>
            <p:spPr>
              <a:xfrm>
                <a:off x="5795186" y="1151382"/>
                <a:ext cx="83137" cy="102663"/>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8" name="Google Shape;208;p12"/>
              <p:cNvSpPr/>
              <p:nvPr/>
            </p:nvSpPr>
            <p:spPr>
              <a:xfrm>
                <a:off x="5811517" y="1263498"/>
                <a:ext cx="102898" cy="115088"/>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9" name="Google Shape;209;p12"/>
              <p:cNvSpPr/>
              <p:nvPr/>
            </p:nvSpPr>
            <p:spPr>
              <a:xfrm>
                <a:off x="5781607" y="1300507"/>
                <a:ext cx="149918" cy="172167"/>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0" name="Google Shape;210;p12"/>
              <p:cNvSpPr/>
              <p:nvPr/>
            </p:nvSpPr>
            <p:spPr>
              <a:xfrm>
                <a:off x="5808246" y="1159602"/>
                <a:ext cx="110823" cy="136345"/>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1" name="Google Shape;211;p12"/>
              <p:cNvSpPr/>
              <p:nvPr/>
            </p:nvSpPr>
            <p:spPr>
              <a:xfrm>
                <a:off x="5812703" y="1158869"/>
                <a:ext cx="110779" cy="104694"/>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2" name="Google Shape;212;p12"/>
              <p:cNvSpPr/>
              <p:nvPr/>
            </p:nvSpPr>
            <p:spPr>
              <a:xfrm>
                <a:off x="5898276" y="1323720"/>
                <a:ext cx="74471" cy="246223"/>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3" name="Google Shape;213;p12"/>
              <p:cNvSpPr/>
              <p:nvPr/>
            </p:nvSpPr>
            <p:spPr>
              <a:xfrm>
                <a:off x="5831068" y="2061801"/>
                <a:ext cx="86995" cy="66513"/>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4" name="Google Shape;214;p12"/>
              <p:cNvSpPr/>
              <p:nvPr/>
            </p:nvSpPr>
            <p:spPr>
              <a:xfrm>
                <a:off x="5831514" y="2082973"/>
                <a:ext cx="86563" cy="44990"/>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5" name="Google Shape;215;p12"/>
              <p:cNvSpPr/>
              <p:nvPr/>
            </p:nvSpPr>
            <p:spPr>
              <a:xfrm>
                <a:off x="5764925" y="2047104"/>
                <a:ext cx="79862" cy="61873"/>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6" name="Google Shape;216;p12"/>
              <p:cNvSpPr/>
              <p:nvPr/>
            </p:nvSpPr>
            <p:spPr>
              <a:xfrm>
                <a:off x="5764880" y="2067438"/>
                <a:ext cx="79629" cy="41383"/>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7" name="Google Shape;217;p12"/>
              <p:cNvSpPr/>
              <p:nvPr/>
            </p:nvSpPr>
            <p:spPr>
              <a:xfrm>
                <a:off x="5777722" y="1472916"/>
                <a:ext cx="170454" cy="59556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8" name="Google Shape;218;p12"/>
              <p:cNvSpPr/>
              <p:nvPr/>
            </p:nvSpPr>
            <p:spPr>
              <a:xfrm>
                <a:off x="5770564" y="1458904"/>
                <a:ext cx="181538" cy="396087"/>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9" name="Google Shape;219;p12"/>
              <p:cNvSpPr/>
              <p:nvPr/>
            </p:nvSpPr>
            <p:spPr>
              <a:xfrm>
                <a:off x="5895126" y="1321170"/>
                <a:ext cx="61010" cy="76023"/>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0" name="Google Shape;220;p12"/>
              <p:cNvSpPr/>
              <p:nvPr/>
            </p:nvSpPr>
            <p:spPr>
              <a:xfrm>
                <a:off x="5777141" y="1300603"/>
                <a:ext cx="50825" cy="53396"/>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21" name="Google Shape;221;p12"/>
            <p:cNvGrpSpPr/>
            <p:nvPr/>
          </p:nvGrpSpPr>
          <p:grpSpPr>
            <a:xfrm>
              <a:off x="5122427" y="3292365"/>
              <a:ext cx="823270" cy="1268939"/>
              <a:chOff x="5490177" y="3555452"/>
              <a:chExt cx="823270" cy="1268939"/>
            </a:xfrm>
          </p:grpSpPr>
          <p:sp>
            <p:nvSpPr>
              <p:cNvPr id="222" name="Google Shape;222;p12"/>
              <p:cNvSpPr/>
              <p:nvPr/>
            </p:nvSpPr>
            <p:spPr>
              <a:xfrm>
                <a:off x="5967652" y="4624747"/>
                <a:ext cx="345795" cy="199644"/>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3" name="Google Shape;223;p12"/>
              <p:cNvSpPr/>
              <p:nvPr/>
            </p:nvSpPr>
            <p:spPr>
              <a:xfrm>
                <a:off x="6225123" y="3957880"/>
                <a:ext cx="68002" cy="244678"/>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4" name="Google Shape;224;p12"/>
              <p:cNvSpPr/>
              <p:nvPr/>
            </p:nvSpPr>
            <p:spPr>
              <a:xfrm>
                <a:off x="6014262" y="4720102"/>
                <a:ext cx="99120" cy="56094"/>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5" name="Google Shape;225;p12"/>
              <p:cNvSpPr/>
              <p:nvPr/>
            </p:nvSpPr>
            <p:spPr>
              <a:xfrm>
                <a:off x="6014165" y="4729456"/>
                <a:ext cx="97551" cy="46733"/>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6" name="Google Shape;226;p12"/>
              <p:cNvSpPr/>
              <p:nvPr/>
            </p:nvSpPr>
            <p:spPr>
              <a:xfrm>
                <a:off x="6140412" y="4656810"/>
                <a:ext cx="95533" cy="53978"/>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7" name="Google Shape;227;p12"/>
              <p:cNvSpPr/>
              <p:nvPr/>
            </p:nvSpPr>
            <p:spPr>
              <a:xfrm>
                <a:off x="6140448" y="4665717"/>
                <a:ext cx="93872" cy="45066"/>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8" name="Google Shape;228;p12"/>
              <p:cNvSpPr/>
              <p:nvPr/>
            </p:nvSpPr>
            <p:spPr>
              <a:xfrm>
                <a:off x="6074259" y="4151308"/>
                <a:ext cx="190443" cy="586341"/>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9" name="Google Shape;229;p12"/>
              <p:cNvSpPr/>
              <p:nvPr/>
            </p:nvSpPr>
            <p:spPr>
              <a:xfrm>
                <a:off x="6075072" y="4151308"/>
                <a:ext cx="189540" cy="327893"/>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0" name="Google Shape;230;p12"/>
              <p:cNvSpPr/>
              <p:nvPr/>
            </p:nvSpPr>
            <p:spPr>
              <a:xfrm>
                <a:off x="6112869" y="3797323"/>
                <a:ext cx="128417" cy="206862"/>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1" name="Google Shape;231;p12"/>
              <p:cNvSpPr/>
              <p:nvPr/>
            </p:nvSpPr>
            <p:spPr>
              <a:xfrm>
                <a:off x="6244085" y="3981464"/>
                <a:ext cx="49073" cy="87044"/>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2" name="Google Shape;232;p12"/>
              <p:cNvSpPr/>
              <p:nvPr/>
            </p:nvSpPr>
            <p:spPr>
              <a:xfrm>
                <a:off x="6106401" y="3956215"/>
                <a:ext cx="153237" cy="219092"/>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3" name="Google Shape;233;p12"/>
              <p:cNvSpPr/>
              <p:nvPr/>
            </p:nvSpPr>
            <p:spPr>
              <a:xfrm>
                <a:off x="5856250" y="4001330"/>
                <a:ext cx="294998" cy="212364"/>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4" name="Google Shape;234;p12"/>
              <p:cNvSpPr/>
              <p:nvPr/>
            </p:nvSpPr>
            <p:spPr>
              <a:xfrm>
                <a:off x="6075027" y="3988967"/>
                <a:ext cx="80628" cy="83804"/>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5" name="Google Shape;235;p12"/>
              <p:cNvSpPr/>
              <p:nvPr/>
            </p:nvSpPr>
            <p:spPr>
              <a:xfrm>
                <a:off x="6107459" y="3797280"/>
                <a:ext cx="160810" cy="262954"/>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6" name="Google Shape;236;p12"/>
              <p:cNvSpPr/>
              <p:nvPr/>
            </p:nvSpPr>
            <p:spPr>
              <a:xfrm>
                <a:off x="5490177" y="438113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7" name="Google Shape;237;p12"/>
              <p:cNvSpPr/>
              <p:nvPr/>
            </p:nvSpPr>
            <p:spPr>
              <a:xfrm>
                <a:off x="5573749" y="4455840"/>
                <a:ext cx="98301" cy="76095"/>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8" name="Google Shape;238;p12"/>
              <p:cNvSpPr/>
              <p:nvPr/>
            </p:nvSpPr>
            <p:spPr>
              <a:xfrm>
                <a:off x="5573762" y="4480895"/>
                <a:ext cx="97794" cy="5100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9" name="Google Shape;239;p12"/>
              <p:cNvSpPr/>
              <p:nvPr/>
            </p:nvSpPr>
            <p:spPr>
              <a:xfrm>
                <a:off x="5674337" y="4417793"/>
                <a:ext cx="98217" cy="73323"/>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0" name="Google Shape;240;p12"/>
              <p:cNvSpPr/>
              <p:nvPr/>
            </p:nvSpPr>
            <p:spPr>
              <a:xfrm>
                <a:off x="5674522" y="4441449"/>
                <a:ext cx="97784" cy="5104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1" name="Google Shape;241;p12"/>
              <p:cNvSpPr/>
              <p:nvPr/>
            </p:nvSpPr>
            <p:spPr>
              <a:xfrm>
                <a:off x="5578538" y="3979203"/>
                <a:ext cx="169290" cy="484803"/>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2" name="Google Shape;242;p12"/>
              <p:cNvSpPr/>
              <p:nvPr/>
            </p:nvSpPr>
            <p:spPr>
              <a:xfrm>
                <a:off x="5601056" y="3677030"/>
                <a:ext cx="108255" cy="105706"/>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3" name="Google Shape;243;p12"/>
              <p:cNvSpPr/>
              <p:nvPr/>
            </p:nvSpPr>
            <p:spPr>
              <a:xfrm>
                <a:off x="5726677" y="3702009"/>
                <a:ext cx="153814" cy="302133"/>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4" name="Google Shape;244;p12"/>
              <p:cNvSpPr/>
              <p:nvPr/>
            </p:nvSpPr>
            <p:spPr>
              <a:xfrm>
                <a:off x="5572425" y="3691494"/>
                <a:ext cx="175494" cy="353954"/>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5" name="Google Shape;245;p12"/>
              <p:cNvSpPr/>
              <p:nvPr/>
            </p:nvSpPr>
            <p:spPr>
              <a:xfrm>
                <a:off x="5596900" y="3567776"/>
                <a:ext cx="116875" cy="142090"/>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6" name="Google Shape;246;p12"/>
              <p:cNvSpPr/>
              <p:nvPr/>
            </p:nvSpPr>
            <p:spPr>
              <a:xfrm>
                <a:off x="5586117" y="3555452"/>
                <a:ext cx="123225" cy="121654"/>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7" name="Google Shape;247;p12"/>
              <p:cNvSpPr/>
              <p:nvPr/>
            </p:nvSpPr>
            <p:spPr>
              <a:xfrm>
                <a:off x="5563193" y="3761560"/>
                <a:ext cx="157578" cy="270890"/>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8" name="Google Shape;248;p12"/>
              <p:cNvSpPr/>
              <p:nvPr/>
            </p:nvSpPr>
            <p:spPr>
              <a:xfrm>
                <a:off x="5730894" y="3844261"/>
                <a:ext cx="182422" cy="245287"/>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9" name="Google Shape;249;p12"/>
              <p:cNvSpPr/>
              <p:nvPr/>
            </p:nvSpPr>
            <p:spPr>
              <a:xfrm>
                <a:off x="5699455" y="3997937"/>
                <a:ext cx="92794" cy="45581"/>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0" name="Google Shape;250;p12"/>
              <p:cNvSpPr/>
              <p:nvPr/>
            </p:nvSpPr>
            <p:spPr>
              <a:xfrm>
                <a:off x="5833154" y="3969125"/>
                <a:ext cx="57182" cy="4727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1" name="Google Shape;251;p12"/>
              <p:cNvSpPr/>
              <p:nvPr/>
            </p:nvSpPr>
            <p:spPr>
              <a:xfrm>
                <a:off x="5709343" y="3692033"/>
                <a:ext cx="56693" cy="82524"/>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2" name="Google Shape;252;p12"/>
              <p:cNvSpPr/>
              <p:nvPr/>
            </p:nvSpPr>
            <p:spPr>
              <a:xfrm>
                <a:off x="5551668" y="3748041"/>
                <a:ext cx="68780" cy="102654"/>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253" name="Google Shape;253;p12"/>
            <p:cNvSpPr/>
            <p:nvPr/>
          </p:nvSpPr>
          <p:spPr>
            <a:xfrm>
              <a:off x="7297552" y="1119942"/>
              <a:ext cx="135609" cy="26640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4" name="Google Shape;254;p12"/>
            <p:cNvSpPr/>
            <p:nvPr/>
          </p:nvSpPr>
          <p:spPr>
            <a:xfrm>
              <a:off x="7309787" y="1745656"/>
              <a:ext cx="93295" cy="72283"/>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5" name="Google Shape;255;p12"/>
            <p:cNvSpPr/>
            <p:nvPr/>
          </p:nvSpPr>
          <p:spPr>
            <a:xfrm>
              <a:off x="7310617" y="1769417"/>
              <a:ext cx="92899" cy="48456"/>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6" name="Google Shape;256;p12"/>
            <p:cNvSpPr/>
            <p:nvPr/>
          </p:nvSpPr>
          <p:spPr>
            <a:xfrm>
              <a:off x="7197828" y="1680648"/>
              <a:ext cx="93274" cy="69610"/>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7" name="Google Shape;257;p12"/>
            <p:cNvSpPr/>
            <p:nvPr/>
          </p:nvSpPr>
          <p:spPr>
            <a:xfrm>
              <a:off x="7198064" y="1702707"/>
              <a:ext cx="92850" cy="48456"/>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8" name="Google Shape;258;p12"/>
            <p:cNvSpPr/>
            <p:nvPr/>
          </p:nvSpPr>
          <p:spPr>
            <a:xfrm>
              <a:off x="7221254" y="1360384"/>
              <a:ext cx="326700" cy="394943"/>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9" name="Google Shape;259;p12"/>
            <p:cNvSpPr/>
            <p:nvPr/>
          </p:nvSpPr>
          <p:spPr>
            <a:xfrm>
              <a:off x="7417903" y="1095544"/>
              <a:ext cx="102781" cy="99997"/>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0" name="Google Shape;260;p12"/>
            <p:cNvSpPr/>
            <p:nvPr/>
          </p:nvSpPr>
          <p:spPr>
            <a:xfrm>
              <a:off x="7381720" y="1109556"/>
              <a:ext cx="166775" cy="325513"/>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1" name="Google Shape;261;p12"/>
            <p:cNvSpPr/>
            <p:nvPr/>
          </p:nvSpPr>
          <p:spPr>
            <a:xfrm>
              <a:off x="7413797" y="991818"/>
              <a:ext cx="110760" cy="134864"/>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2" name="Google Shape;262;p12"/>
            <p:cNvSpPr/>
            <p:nvPr/>
          </p:nvSpPr>
          <p:spPr>
            <a:xfrm>
              <a:off x="7417935" y="980032"/>
              <a:ext cx="116886" cy="115512"/>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3" name="Google Shape;263;p12"/>
            <p:cNvSpPr/>
            <p:nvPr/>
          </p:nvSpPr>
          <p:spPr>
            <a:xfrm>
              <a:off x="7364000" y="1109861"/>
              <a:ext cx="53839" cy="78361"/>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4" name="Google Shape;264;p12"/>
            <p:cNvSpPr/>
            <p:nvPr/>
          </p:nvSpPr>
          <p:spPr>
            <a:xfrm>
              <a:off x="7794459" y="3551002"/>
              <a:ext cx="540508" cy="312148"/>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5" name="Google Shape;265;p12"/>
            <p:cNvSpPr/>
            <p:nvPr/>
          </p:nvSpPr>
          <p:spPr>
            <a:xfrm>
              <a:off x="7824798" y="3491907"/>
              <a:ext cx="469764" cy="181297"/>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6" name="Google Shape;266;p12"/>
            <p:cNvSpPr/>
            <p:nvPr/>
          </p:nvSpPr>
          <p:spPr>
            <a:xfrm>
              <a:off x="7794490" y="3623727"/>
              <a:ext cx="41046" cy="82625"/>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7" name="Google Shape;267;p12"/>
            <p:cNvSpPr/>
            <p:nvPr/>
          </p:nvSpPr>
          <p:spPr>
            <a:xfrm>
              <a:off x="8298847" y="3624184"/>
              <a:ext cx="36096" cy="82168"/>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8" name="Google Shape;268;p12"/>
            <p:cNvSpPr/>
            <p:nvPr/>
          </p:nvSpPr>
          <p:spPr>
            <a:xfrm>
              <a:off x="7842237" y="3535238"/>
              <a:ext cx="449908" cy="259679"/>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9" name="Google Shape;269;p12"/>
            <p:cNvSpPr/>
            <p:nvPr/>
          </p:nvSpPr>
          <p:spPr>
            <a:xfrm>
              <a:off x="7815050" y="3673683"/>
              <a:ext cx="491482" cy="17632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0" name="Google Shape;270;p12"/>
            <p:cNvSpPr/>
            <p:nvPr/>
          </p:nvSpPr>
          <p:spPr>
            <a:xfrm>
              <a:off x="7794490" y="3472184"/>
              <a:ext cx="540453" cy="312196"/>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1" name="Google Shape;271;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2" name="Google Shape;272;p12"/>
            <p:cNvSpPr/>
            <p:nvPr/>
          </p:nvSpPr>
          <p:spPr>
            <a:xfrm>
              <a:off x="7752377" y="3752957"/>
              <a:ext cx="148877" cy="85976"/>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3" name="Google Shape;273;p12"/>
            <p:cNvSpPr/>
            <p:nvPr/>
          </p:nvSpPr>
          <p:spPr>
            <a:xfrm>
              <a:off x="7787483" y="3773138"/>
              <a:ext cx="113771" cy="106232"/>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4" name="Google Shape;274;p12"/>
            <p:cNvSpPr/>
            <p:nvPr/>
          </p:nvSpPr>
          <p:spPr>
            <a:xfrm>
              <a:off x="7465892" y="3799784"/>
              <a:ext cx="344817" cy="254127"/>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5" name="Google Shape;275;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6" name="Google Shape;276;p12"/>
            <p:cNvSpPr/>
            <p:nvPr/>
          </p:nvSpPr>
          <p:spPr>
            <a:xfrm>
              <a:off x="8113340" y="4275363"/>
              <a:ext cx="345579" cy="199519"/>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7" name="Google Shape;277;p12"/>
            <p:cNvSpPr/>
            <p:nvPr/>
          </p:nvSpPr>
          <p:spPr>
            <a:xfrm>
              <a:off x="8345604" y="3658605"/>
              <a:ext cx="79241" cy="172485"/>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8" name="Google Shape;278;p12"/>
            <p:cNvSpPr/>
            <p:nvPr/>
          </p:nvSpPr>
          <p:spPr>
            <a:xfrm>
              <a:off x="8356722" y="3587657"/>
              <a:ext cx="56961" cy="109603"/>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9" name="Google Shape;279;p12"/>
            <p:cNvSpPr/>
            <p:nvPr/>
          </p:nvSpPr>
          <p:spPr>
            <a:xfrm>
              <a:off x="8165307" y="4346248"/>
              <a:ext cx="122882" cy="68919"/>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0" name="Google Shape;280;p12"/>
            <p:cNvSpPr/>
            <p:nvPr/>
          </p:nvSpPr>
          <p:spPr>
            <a:xfrm>
              <a:off x="8165313" y="4357988"/>
              <a:ext cx="120815" cy="57407"/>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1" name="Google Shape;281;p12"/>
            <p:cNvSpPr/>
            <p:nvPr/>
          </p:nvSpPr>
          <p:spPr>
            <a:xfrm>
              <a:off x="8255166" y="4305930"/>
              <a:ext cx="122882" cy="68953"/>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2" name="Google Shape;282;p12"/>
            <p:cNvSpPr/>
            <p:nvPr/>
          </p:nvSpPr>
          <p:spPr>
            <a:xfrm>
              <a:off x="8255174" y="4317703"/>
              <a:ext cx="120815" cy="57407"/>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3" name="Google Shape;283;p12"/>
            <p:cNvSpPr/>
            <p:nvPr/>
          </p:nvSpPr>
          <p:spPr>
            <a:xfrm>
              <a:off x="8198325" y="3858200"/>
              <a:ext cx="179678" cy="5072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4" name="Google Shape;284;p12"/>
            <p:cNvSpPr/>
            <p:nvPr/>
          </p:nvSpPr>
          <p:spPr>
            <a:xfrm>
              <a:off x="8224549" y="3442293"/>
              <a:ext cx="130417" cy="208730"/>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5" name="Google Shape;285;p12"/>
            <p:cNvSpPr/>
            <p:nvPr/>
          </p:nvSpPr>
          <p:spPr>
            <a:xfrm>
              <a:off x="8197056" y="3589895"/>
              <a:ext cx="200560" cy="332104"/>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6" name="Google Shape;286;p12"/>
            <p:cNvSpPr/>
            <p:nvPr/>
          </p:nvSpPr>
          <p:spPr>
            <a:xfrm>
              <a:off x="8000839" y="3631642"/>
              <a:ext cx="254644" cy="198374"/>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7" name="Google Shape;287;p12"/>
            <p:cNvSpPr/>
            <p:nvPr/>
          </p:nvSpPr>
          <p:spPr>
            <a:xfrm>
              <a:off x="8187055" y="3627341"/>
              <a:ext cx="77484" cy="113419"/>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8" name="Google Shape;288;p12"/>
            <p:cNvSpPr/>
            <p:nvPr/>
          </p:nvSpPr>
          <p:spPr>
            <a:xfrm>
              <a:off x="8224358" y="3433131"/>
              <a:ext cx="126435" cy="139356"/>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89" name="Google Shape;289;p12"/>
            <p:cNvGrpSpPr/>
            <p:nvPr/>
          </p:nvGrpSpPr>
          <p:grpSpPr>
            <a:xfrm>
              <a:off x="6544681" y="927100"/>
              <a:ext cx="264550" cy="200503"/>
              <a:chOff x="6621095" y="1452181"/>
              <a:chExt cx="330894" cy="250785"/>
            </a:xfrm>
          </p:grpSpPr>
          <p:sp>
            <p:nvSpPr>
              <p:cNvPr id="290" name="Google Shape;290;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1" name="Google Shape;291;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2" name="Google Shape;292;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3" name="Google Shape;293;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4" name="Google Shape;294;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95" name="Google Shape;295;p12"/>
            <p:cNvGrpSpPr/>
            <p:nvPr/>
          </p:nvGrpSpPr>
          <p:grpSpPr>
            <a:xfrm>
              <a:off x="7210360" y="1314224"/>
              <a:ext cx="264550" cy="200503"/>
              <a:chOff x="6621095" y="1452181"/>
              <a:chExt cx="330894" cy="250785"/>
            </a:xfrm>
          </p:grpSpPr>
          <p:sp>
            <p:nvSpPr>
              <p:cNvPr id="296" name="Google Shape;296;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7" name="Google Shape;297;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8" name="Google Shape;298;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9" name="Google Shape;299;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0" name="Google Shape;300;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01" name="Google Shape;301;p12"/>
            <p:cNvSpPr/>
            <p:nvPr/>
          </p:nvSpPr>
          <p:spPr>
            <a:xfrm>
              <a:off x="7451033" y="1163186"/>
              <a:ext cx="126280" cy="353110"/>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2" name="Google Shape;302;p12"/>
            <p:cNvSpPr/>
            <p:nvPr/>
          </p:nvSpPr>
          <p:spPr>
            <a:xfrm>
              <a:off x="7509451" y="1160411"/>
              <a:ext cx="72725" cy="98625"/>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03" name="Google Shape;303;p12"/>
            <p:cNvGrpSpPr/>
            <p:nvPr/>
          </p:nvGrpSpPr>
          <p:grpSpPr>
            <a:xfrm flipH="1">
              <a:off x="8183210" y="2407472"/>
              <a:ext cx="780360" cy="1195999"/>
              <a:chOff x="3975528" y="3303922"/>
              <a:chExt cx="780360" cy="1195999"/>
            </a:xfrm>
          </p:grpSpPr>
          <p:sp>
            <p:nvSpPr>
              <p:cNvPr id="304" name="Google Shape;304;p12"/>
              <p:cNvSpPr/>
              <p:nvPr/>
            </p:nvSpPr>
            <p:spPr>
              <a:xfrm>
                <a:off x="4158598" y="4226660"/>
                <a:ext cx="285978" cy="165125"/>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5" name="Google Shape;305;p12"/>
              <p:cNvSpPr/>
              <p:nvPr/>
            </p:nvSpPr>
            <p:spPr>
              <a:xfrm>
                <a:off x="4385076" y="4094459"/>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6" name="Google Shape;306;p12"/>
              <p:cNvSpPr/>
              <p:nvPr/>
            </p:nvSpPr>
            <p:spPr>
              <a:xfrm>
                <a:off x="4469909" y="3303922"/>
                <a:ext cx="285978" cy="165049"/>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7" name="Google Shape;307;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8" name="Google Shape;308;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9" name="Google Shape;309;p12"/>
              <p:cNvSpPr/>
              <p:nvPr/>
            </p:nvSpPr>
            <p:spPr>
              <a:xfrm>
                <a:off x="4612847" y="3386395"/>
                <a:ext cx="142951" cy="825855"/>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0" name="Google Shape;310;p12"/>
              <p:cNvSpPr/>
              <p:nvPr/>
            </p:nvSpPr>
            <p:spPr>
              <a:xfrm>
                <a:off x="4255541" y="3675088"/>
                <a:ext cx="285978" cy="1652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1" name="Google Shape;311;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2" name="Google Shape;312;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3" name="Google Shape;313;p12"/>
              <p:cNvSpPr/>
              <p:nvPr/>
            </p:nvSpPr>
            <p:spPr>
              <a:xfrm>
                <a:off x="4398478" y="3757637"/>
                <a:ext cx="142950" cy="57751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4" name="Google Shape;314;p12"/>
              <p:cNvSpPr/>
              <p:nvPr/>
            </p:nvSpPr>
            <p:spPr>
              <a:xfrm>
                <a:off x="3975528" y="4334796"/>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5" name="Google Shape;315;p12"/>
              <p:cNvSpPr/>
              <p:nvPr/>
            </p:nvSpPr>
            <p:spPr>
              <a:xfrm>
                <a:off x="4027311" y="4067196"/>
                <a:ext cx="285978" cy="165125"/>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6" name="Google Shape;316;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7" name="Google Shape;317;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8" name="Google Shape;318;p12"/>
              <p:cNvSpPr/>
              <p:nvPr/>
            </p:nvSpPr>
            <p:spPr>
              <a:xfrm>
                <a:off x="4170249" y="4149670"/>
                <a:ext cx="142951" cy="319278"/>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9" name="Google Shape;319;p12"/>
              <p:cNvSpPr/>
              <p:nvPr/>
            </p:nvSpPr>
            <p:spPr>
              <a:xfrm>
                <a:off x="4359514" y="3443605"/>
                <a:ext cx="123401" cy="242674"/>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0" name="Google Shape;320;p12"/>
              <p:cNvSpPr/>
              <p:nvPr/>
            </p:nvSpPr>
            <p:spPr>
              <a:xfrm>
                <a:off x="4386191" y="4013507"/>
                <a:ext cx="85270" cy="65855"/>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1" name="Google Shape;321;p12"/>
              <p:cNvSpPr/>
              <p:nvPr/>
            </p:nvSpPr>
            <p:spPr>
              <a:xfrm>
                <a:off x="4386358" y="4035136"/>
                <a:ext cx="84898" cy="44294"/>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2" name="Google Shape;322;p12"/>
              <p:cNvSpPr/>
              <p:nvPr/>
            </p:nvSpPr>
            <p:spPr>
              <a:xfrm>
                <a:off x="4488338" y="3953912"/>
                <a:ext cx="85261" cy="63613"/>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3" name="Google Shape;323;p12"/>
              <p:cNvSpPr/>
              <p:nvPr/>
            </p:nvSpPr>
            <p:spPr>
              <a:xfrm>
                <a:off x="4488682" y="3974367"/>
                <a:ext cx="84923" cy="44256"/>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4" name="Google Shape;324;p12"/>
              <p:cNvSpPr/>
              <p:nvPr/>
            </p:nvSpPr>
            <p:spPr>
              <a:xfrm>
                <a:off x="4254514" y="3662153"/>
                <a:ext cx="298029" cy="360530"/>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5" name="Google Shape;325;p12"/>
              <p:cNvSpPr/>
              <p:nvPr/>
            </p:nvSpPr>
            <p:spPr>
              <a:xfrm>
                <a:off x="4279346" y="3421120"/>
                <a:ext cx="93728" cy="91216"/>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6" name="Google Shape;326;p12"/>
              <p:cNvSpPr/>
              <p:nvPr/>
            </p:nvSpPr>
            <p:spPr>
              <a:xfrm>
                <a:off x="4254597" y="3433943"/>
                <a:ext cx="151659" cy="296670"/>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7" name="Google Shape;327;p12"/>
              <p:cNvSpPr/>
              <p:nvPr/>
            </p:nvSpPr>
            <p:spPr>
              <a:xfrm>
                <a:off x="4275867" y="3326707"/>
                <a:ext cx="101092" cy="122957"/>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8" name="Google Shape;328;p12"/>
              <p:cNvSpPr/>
              <p:nvPr/>
            </p:nvSpPr>
            <p:spPr>
              <a:xfrm>
                <a:off x="4266495" y="3315741"/>
                <a:ext cx="106605" cy="105444"/>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9" name="Google Shape;329;p12"/>
              <p:cNvSpPr/>
              <p:nvPr/>
            </p:nvSpPr>
            <p:spPr>
              <a:xfrm>
                <a:off x="4373043" y="3434522"/>
                <a:ext cx="49149" cy="71094"/>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30" name="Google Shape;330;p12"/>
              <p:cNvGrpSpPr/>
              <p:nvPr/>
            </p:nvGrpSpPr>
            <p:grpSpPr>
              <a:xfrm flipH="1">
                <a:off x="4321768" y="3621401"/>
                <a:ext cx="239005" cy="181217"/>
                <a:chOff x="6621095" y="1452181"/>
                <a:chExt cx="330894" cy="250785"/>
              </a:xfrm>
            </p:grpSpPr>
            <p:sp>
              <p:nvSpPr>
                <p:cNvPr id="331" name="Google Shape;331;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2" name="Google Shape;332;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3" name="Google Shape;333;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4" name="Google Shape;334;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5" name="Google Shape;335;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36" name="Google Shape;336;p12"/>
              <p:cNvSpPr/>
              <p:nvPr/>
            </p:nvSpPr>
            <p:spPr>
              <a:xfrm>
                <a:off x="4228115" y="3483465"/>
                <a:ext cx="114539" cy="321870"/>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7" name="Google Shape;337;p12"/>
              <p:cNvSpPr/>
              <p:nvPr/>
            </p:nvSpPr>
            <p:spPr>
              <a:xfrm>
                <a:off x="4223328" y="3479828"/>
                <a:ext cx="66218" cy="90245"/>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338" name="Google Shape;338;p12"/>
          <p:cNvSpPr txBox="1">
            <a:spLocks noGrp="1"/>
          </p:cNvSpPr>
          <p:nvPr>
            <p:ph type="ctrTitle"/>
          </p:nvPr>
        </p:nvSpPr>
        <p:spPr>
          <a:xfrm>
            <a:off x="586823" y="2680435"/>
            <a:ext cx="7357802" cy="1161874"/>
          </a:xfrm>
          <a:prstGeom prst="rect">
            <a:avLst/>
          </a:prstGeom>
        </p:spPr>
        <p:txBody>
          <a:bodyPr spcFirstLastPara="1" vert="horz" wrap="square" lIns="0" tIns="0" rIns="0" bIns="0" rtlCol="0" anchor="ctr" anchorCtr="0">
            <a:noAutofit/>
          </a:bodyPr>
          <a:lstStyle/>
          <a:p>
            <a:pPr algn="ctr"/>
            <a:br>
              <a:rPr lang="en-GB" sz="6600" b="1" dirty="0"/>
            </a:br>
            <a:r>
              <a:rPr lang="en-GB" sz="6600" b="1" dirty="0">
                <a:latin typeface="Times New Roman" panose="02020603050405020304"/>
                <a:cs typeface="Times New Roman" panose="02020603050405020304"/>
              </a:rPr>
              <a:t>INTRODUCTION TO </a:t>
            </a:r>
            <a:br>
              <a:rPr lang="en-GB" sz="6600" b="1" dirty="0">
                <a:latin typeface="Times New Roman" panose="02020603050405020304"/>
                <a:cs typeface="Times New Roman" panose="02020603050405020304"/>
              </a:rPr>
            </a:br>
            <a:r>
              <a:rPr lang="en-GB" sz="6600" b="1" dirty="0">
                <a:latin typeface="Times New Roman" panose="02020603050405020304"/>
                <a:cs typeface="Times New Roman" panose="02020603050405020304"/>
              </a:rPr>
              <a:t>JAVASCRIPT</a:t>
            </a:r>
            <a:endParaRPr sz="6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7467"/>
            <a:ext cx="7447117" cy="819184"/>
          </a:xfrm>
        </p:spPr>
        <p:txBody>
          <a:bodyPr/>
          <a:lstStyle/>
          <a:p>
            <a:r>
              <a:rPr lang="en-US" dirty="0">
                <a:cs typeface="Calibri Light" panose="020F0302020204030204"/>
              </a:rPr>
              <a:t>What is JavaScript</a:t>
            </a:r>
            <a:endParaRPr lang="en-US" dirty="0">
              <a:cs typeface="Calibri Light" panose="020F0302020204030204"/>
            </a:endParaRPr>
          </a:p>
        </p:txBody>
      </p:sp>
      <p:sp>
        <p:nvSpPr>
          <p:cNvPr id="4" name="Rectangle 1"/>
          <p:cNvSpPr>
            <a:spLocks noGrp="1" noChangeArrowheads="1"/>
          </p:cNvSpPr>
          <p:nvPr>
            <p:ph type="body" idx="1"/>
          </p:nvPr>
        </p:nvSpPr>
        <p:spPr bwMode="auto">
          <a:xfrm>
            <a:off x="815545" y="3015016"/>
            <a:ext cx="10144897"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indent="0" eaLnBrk="0" fontAlgn="base" hangingPunct="0">
              <a:lnSpc>
                <a:spcPct val="100000"/>
              </a:lnSpc>
              <a:spcBef>
                <a:spcPct val="0"/>
              </a:spcBef>
              <a:spcAft>
                <a:spcPct val="0"/>
              </a:spcAft>
              <a:buSzTx/>
              <a:buNone/>
            </a:pPr>
            <a:r>
              <a:rPr lang="en-US" sz="1800" dirty="0">
                <a:latin typeface="Times New Roman" panose="02020603050405020304"/>
                <a:ea typeface="Calibri" panose="020F0502020204030204" pitchFamily="34" charset="0"/>
                <a:cs typeface="Times New Roman" panose="02020603050405020304"/>
              </a:rPr>
              <a:t>JavaScript is a dynamic, weakly typed programming language which is compiled at runtime . Can be executed as part of a webpage in a browser or directly on any machine (host environment)</a:t>
            </a:r>
            <a:endParaRPr lang="en-US" sz="1800" dirty="0">
              <a:latin typeface="Times New Roman" panose="02020603050405020304"/>
              <a:ea typeface="Calibri" panose="020F0502020204030204" pitchFamily="34" charset="0"/>
              <a:cs typeface="Times New Roman" panose="02020603050405020304"/>
            </a:endParaRPr>
          </a:p>
          <a:p>
            <a:pPr marL="0" indent="0">
              <a:lnSpc>
                <a:spcPct val="100000"/>
              </a:lnSpc>
              <a:spcBef>
                <a:spcPct val="0"/>
              </a:spcBef>
              <a:spcAft>
                <a:spcPct val="0"/>
              </a:spcAft>
              <a:buSzTx/>
              <a:buNone/>
            </a:pPr>
            <a:r>
              <a:rPr lang="en-US" sz="1800" dirty="0">
                <a:latin typeface="Times New Roman" panose="02020603050405020304"/>
                <a:ea typeface="Calibri" panose="020F0502020204030204" pitchFamily="34" charset="0"/>
                <a:cs typeface="Times New Roman" panose="02020603050405020304"/>
              </a:rPr>
              <a:t>Was created to make webpages more dynamic – changing the content on a page directly from  inside the browser.</a:t>
            </a:r>
            <a:endParaRPr lang="en-US" sz="1800" dirty="0">
              <a:latin typeface="Times New Roman" panose="02020603050405020304"/>
              <a:ea typeface="Calibri" panose="020F0502020204030204" pitchFamily="34" charset="0"/>
              <a:cs typeface="Times New Roman" panose="02020603050405020304"/>
            </a:endParaRPr>
          </a:p>
          <a:p>
            <a:pPr marL="0" indent="0">
              <a:lnSpc>
                <a:spcPct val="100000"/>
              </a:lnSpc>
              <a:spcBef>
                <a:spcPct val="0"/>
              </a:spcBef>
              <a:spcAft>
                <a:spcPct val="0"/>
              </a:spcAft>
              <a:buSzTx/>
              <a:buNone/>
            </a:pPr>
            <a:endParaRPr lang="en-US" sz="1800" dirty="0">
              <a:latin typeface="Times New Roman" panose="02020603050405020304"/>
              <a:ea typeface="Calibri" panose="020F0502020204030204" pitchFamily="34"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spcBef>
                <a:spcPct val="0"/>
              </a:spcBef>
            </a:pPr>
            <a:r>
              <a:rPr lang="en-US" sz="3600" kern="1200" dirty="0">
                <a:solidFill>
                  <a:srgbClr val="FFFFFF"/>
                </a:solidFill>
                <a:latin typeface="+mj-lt"/>
                <a:ea typeface="+mj-ea"/>
                <a:cs typeface="+mj-cs"/>
              </a:rPr>
              <a:t>How </a:t>
            </a:r>
            <a:r>
              <a:rPr lang="en-US" sz="3600" dirty="0">
                <a:solidFill>
                  <a:srgbClr val="FFFFFF"/>
                </a:solidFill>
              </a:rPr>
              <a:t>JavaScript</a:t>
            </a:r>
            <a:r>
              <a:rPr lang="en-US" sz="3600" kern="1200" dirty="0">
                <a:solidFill>
                  <a:srgbClr val="FFFFFF"/>
                </a:solidFill>
                <a:latin typeface="+mj-lt"/>
                <a:ea typeface="+mj-ea"/>
                <a:cs typeface="+mj-cs"/>
              </a:rPr>
              <a:t> code Executes</a:t>
            </a:r>
            <a:endParaRPr lang="en-US" sz="3600" kern="1200" dirty="0">
              <a:solidFill>
                <a:srgbClr val="FFFFFF"/>
              </a:solidFill>
              <a:latin typeface="+mj-lt"/>
              <a:ea typeface="+mj-ea"/>
              <a:cs typeface="+mj-cs"/>
            </a:endParaRPr>
          </a:p>
        </p:txBody>
      </p:sp>
      <p:pic>
        <p:nvPicPr>
          <p:cNvPr id="4" name="Picture 4" descr="Shape, rectangle&#10;&#10;Description automatically generated"/>
          <p:cNvPicPr>
            <a:picLocks noChangeAspect="1"/>
          </p:cNvPicPr>
          <p:nvPr/>
        </p:nvPicPr>
        <p:blipFill>
          <a:blip r:embed="rId1"/>
          <a:stretch>
            <a:fillRect/>
          </a:stretch>
        </p:blipFill>
        <p:spPr>
          <a:xfrm>
            <a:off x="4777316" y="1953034"/>
            <a:ext cx="6780700" cy="29496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Webpages Work</a:t>
            </a:r>
            <a:endParaRPr lang="en-US" dirty="0"/>
          </a:p>
        </p:txBody>
      </p:sp>
      <p:pic>
        <p:nvPicPr>
          <p:cNvPr id="5" name="Picture 4"/>
          <p:cNvPicPr>
            <a:picLocks noChangeAspect="1"/>
          </p:cNvPicPr>
          <p:nvPr/>
        </p:nvPicPr>
        <p:blipFill>
          <a:blip r:embed="rId1"/>
          <a:stretch>
            <a:fillRect/>
          </a:stretch>
        </p:blipFill>
        <p:spPr>
          <a:xfrm>
            <a:off x="897112" y="2126243"/>
            <a:ext cx="9543027" cy="44327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7467"/>
            <a:ext cx="10219950" cy="723934"/>
          </a:xfrm>
        </p:spPr>
        <p:txBody>
          <a:bodyPr/>
          <a:lstStyle/>
          <a:p>
            <a:r>
              <a:rPr lang="en-US" dirty="0">
                <a:highlight>
                  <a:srgbClr val="FFFF00"/>
                </a:highlight>
                <a:cs typeface="Calibri Light" panose="020F0302020204030204"/>
              </a:rPr>
              <a:t>Dynamic interpreted, Weakly Typed</a:t>
            </a:r>
            <a:endParaRPr lang="en-US" dirty="0">
              <a:highlight>
                <a:srgbClr val="FFFF00"/>
              </a:highlight>
              <a:cs typeface="Calibri Light" panose="020F0302020204030204"/>
            </a:endParaRPr>
          </a:p>
        </p:txBody>
      </p:sp>
      <p:sp>
        <p:nvSpPr>
          <p:cNvPr id="3" name="Text Placeholder 2"/>
          <p:cNvSpPr>
            <a:spLocks noGrp="1"/>
          </p:cNvSpPr>
          <p:nvPr>
            <p:ph type="body" idx="1"/>
          </p:nvPr>
        </p:nvSpPr>
        <p:spPr>
          <a:xfrm>
            <a:off x="609600" y="1531620"/>
            <a:ext cx="11320780" cy="4650740"/>
          </a:xfrm>
        </p:spPr>
        <p:txBody>
          <a:bodyPr/>
          <a:lstStyle/>
          <a:p>
            <a:pPr marL="152400" indent="0">
              <a:buNone/>
            </a:pPr>
            <a:r>
              <a:rPr lang="en-US" b="1" dirty="0">
                <a:cs typeface="Calibri" panose="020F0502020204030204"/>
              </a:rPr>
              <a:t>Dynamic</a:t>
            </a:r>
            <a:r>
              <a:rPr lang="en-US" dirty="0">
                <a:cs typeface="Calibri" panose="020F0502020204030204"/>
              </a:rPr>
              <a:t> </a:t>
            </a:r>
            <a:endParaRPr lang="en-US">
              <a:cs typeface="Calibri" panose="020F0502020204030204"/>
            </a:endParaRPr>
          </a:p>
          <a:p>
            <a:pPr marL="152400" indent="0">
              <a:buNone/>
            </a:pPr>
            <a:r>
              <a:rPr lang="en-US" dirty="0">
                <a:cs typeface="Calibri" panose="020F0502020204030204"/>
              </a:rPr>
              <a:t>JavaScript is not pre-compiled , its compiled at runtime and the code can change at runtime.</a:t>
            </a:r>
            <a:endParaRPr lang="en-US" dirty="0">
              <a:cs typeface="Calibri" panose="020F0502020204030204"/>
            </a:endParaRPr>
          </a:p>
          <a:p>
            <a:pPr marL="152400" indent="0">
              <a:buNone/>
            </a:pPr>
            <a:r>
              <a:rPr lang="en-US" b="1" dirty="0">
                <a:cs typeface="Calibri" panose="020F0502020204030204"/>
              </a:rPr>
              <a:t>Weakly-Typed</a:t>
            </a:r>
            <a:endParaRPr lang="en-US" b="1" dirty="0">
              <a:cs typeface="Calibri" panose="020F0502020204030204"/>
            </a:endParaRPr>
          </a:p>
          <a:p>
            <a:pPr marL="152400" indent="0">
              <a:buNone/>
            </a:pPr>
            <a:r>
              <a:rPr lang="en-US" dirty="0">
                <a:cs typeface="Calibri" panose="020F0502020204030204"/>
              </a:rPr>
              <a:t>Data types are assumed automatically</a:t>
            </a:r>
            <a:endParaRPr lang="en-US" dirty="0">
              <a:cs typeface="Calibri" panose="020F0502020204030204"/>
            </a:endParaRPr>
          </a:p>
          <a:p>
            <a:pPr marL="152400" indent="0">
              <a:buNone/>
            </a:pPr>
            <a:r>
              <a:rPr lang="en-US" dirty="0">
                <a:cs typeface="Calibri" panose="020F0502020204030204"/>
              </a:rPr>
              <a:t>You don’t have to define that  a variable has to hold a specific data type.</a:t>
            </a:r>
            <a:endParaRPr lang="en-US" dirty="0">
              <a:cs typeface="Calibri" panose="020F0502020204030204"/>
            </a:endParaRPr>
          </a:p>
          <a:p>
            <a:pPr marL="152400" indent="0">
              <a:buNone/>
            </a:pPr>
            <a:r>
              <a:rPr lang="en-US" dirty="0">
                <a:cs typeface="Calibri" panose="020F0502020204030204"/>
              </a:rPr>
              <a:t>Data type can change</a:t>
            </a:r>
            <a:endParaRPr lang="en-US" dirty="0">
              <a:cs typeface="Calibri" panose="020F0502020204030204"/>
            </a:endParaRPr>
          </a:p>
          <a:p>
            <a:pPr marL="152400" indent="0">
              <a:buNone/>
            </a:pPr>
            <a:endParaRPr lang="en-US" dirty="0">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321734"/>
            <a:ext cx="10905066" cy="1135737"/>
          </a:xfrm>
        </p:spPr>
        <p:txBody>
          <a:bodyPr vert="horz" lIns="91440" tIns="45720" rIns="91440" bIns="45720" rtlCol="0" anchor="ctr">
            <a:normAutofit/>
          </a:bodyPr>
          <a:lstStyle/>
          <a:p>
            <a:pPr>
              <a:spcBef>
                <a:spcPct val="0"/>
              </a:spcBef>
            </a:pPr>
            <a:r>
              <a:rPr lang="en-US" sz="3600" kern="1200">
                <a:solidFill>
                  <a:schemeClr val="tx1"/>
                </a:solidFill>
                <a:highlight>
                  <a:srgbClr val="FFFF00"/>
                </a:highlight>
                <a:latin typeface="+mj-lt"/>
                <a:ea typeface="+mj-ea"/>
                <a:cs typeface="+mj-cs"/>
              </a:rPr>
              <a:t>JavaScript Runs on a Hosted Environment</a:t>
            </a:r>
            <a:endParaRPr lang="en-US" sz="3600" kern="1200">
              <a:solidFill>
                <a:schemeClr val="tx1"/>
              </a:solidFill>
              <a:highlight>
                <a:srgbClr val="FFFF00"/>
              </a:highlight>
              <a:latin typeface="+mj-lt"/>
              <a:ea typeface="+mj-ea"/>
              <a:cs typeface="+mj-cs"/>
            </a:endParaRPr>
          </a:p>
        </p:txBody>
      </p:sp>
      <p:grpSp>
        <p:nvGrpSpPr>
          <p:cNvPr id="27" name="Group 10"/>
          <p:cNvGrpSpPr>
            <a:grpSpLocks noGrp="1" noRot="1" noChangeAspect="1" noMove="1" noResize="1" noUngrp="1"/>
          </p:cNvGrpSpPr>
          <p:nvPr/>
        </p:nvGrpSpPr>
        <p:grpSpPr>
          <a:xfrm>
            <a:off x="0" y="4601497"/>
            <a:ext cx="1014060" cy="2017580"/>
            <a:chOff x="0" y="4601497"/>
            <a:chExt cx="1014060" cy="2017580"/>
          </a:xfrm>
        </p:grpSpPr>
        <p:sp>
          <p:nvSpPr>
            <p:cNvPr id="12" name="Isosceles Triangle 11"/>
            <p:cNvSpPr/>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4" descr="Diagram&#10;&#10;Description automatically generated"/>
          <p:cNvPicPr>
            <a:picLocks noChangeAspect="1"/>
          </p:cNvPicPr>
          <p:nvPr/>
        </p:nvPicPr>
        <p:blipFill>
          <a:blip r:embed="rId1"/>
          <a:stretch>
            <a:fillRect/>
          </a:stretch>
        </p:blipFill>
        <p:spPr>
          <a:xfrm>
            <a:off x="5295320" y="2603854"/>
            <a:ext cx="6253212" cy="2720146"/>
          </a:xfrm>
          <a:prstGeom prst="rect">
            <a:avLst/>
          </a:prstGeom>
        </p:spPr>
      </p:pic>
      <p:grpSp>
        <p:nvGrpSpPr>
          <p:cNvPr id="28" name="Group 14"/>
          <p:cNvGrpSpPr>
            <a:grpSpLocks noGrp="1" noRot="1" noChangeAspect="1" noMove="1" noResize="1" noUngrp="1"/>
          </p:cNvGrpSpPr>
          <p:nvPr/>
        </p:nvGrpSpPr>
        <p:grpSpPr>
          <a:xfrm>
            <a:off x="11219290" y="1"/>
            <a:ext cx="972709" cy="1935307"/>
            <a:chOff x="10918968" y="713127"/>
            <a:chExt cx="1273032" cy="2532832"/>
          </a:xfrm>
        </p:grpSpPr>
        <p:sp>
          <p:nvSpPr>
            <p:cNvPr id="16" name="Rectangle 15"/>
            <p:cNvSpPr/>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1" name="Text Placeholder 2"/>
          <p:cNvGraphicFramePr/>
          <p:nvPr/>
        </p:nvGraphicFramePr>
        <p:xfrm>
          <a:off x="643469" y="1782981"/>
          <a:ext cx="4008384"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rotWithShape="1">
          <a:blip r:embed="rId1">
            <a:alphaModFix amt="35000"/>
          </a:blip>
          <a:srcRect t="17626" r="-3" b="-3"/>
          <a:stretch>
            <a:fillRect/>
          </a:stretch>
        </p:blipFill>
        <p:spPr>
          <a:xfrm>
            <a:off x="-4243" y="10"/>
            <a:ext cx="12196243" cy="6857990"/>
          </a:xfrm>
          <a:prstGeom prst="rect">
            <a:avLst/>
          </a:prstGeom>
        </p:spPr>
      </p:pic>
      <p:sp>
        <p:nvSpPr>
          <p:cNvPr id="2" name="Title 1"/>
          <p:cNvSpPr>
            <a:spLocks noGrp="1"/>
          </p:cNvSpPr>
          <p:nvPr>
            <p:ph type="title"/>
          </p:nvPr>
        </p:nvSpPr>
        <p:spPr>
          <a:xfrm>
            <a:off x="643467" y="321734"/>
            <a:ext cx="10905066" cy="1135737"/>
          </a:xfrm>
        </p:spPr>
        <p:txBody>
          <a:bodyPr vert="horz" lIns="91440" tIns="45720" rIns="91440" bIns="45720" rtlCol="0" anchor="ctr">
            <a:normAutofit/>
          </a:bodyPr>
          <a:lstStyle/>
          <a:p>
            <a:pPr>
              <a:spcBef>
                <a:spcPct val="0"/>
              </a:spcBef>
            </a:pPr>
            <a:r>
              <a:rPr lang="en-US" sz="3600"/>
              <a:t>What is ECMAScript</a:t>
            </a:r>
            <a:endParaRPr lang="en-US" sz="3600"/>
          </a:p>
        </p:txBody>
      </p:sp>
      <p:sp>
        <p:nvSpPr>
          <p:cNvPr id="36" name="Rectangle 35"/>
          <p:cNvSpPr>
            <a:spLocks noGrp="1" noRot="1" noChangeAspect="1" noMove="1" noResize="1" noEditPoints="1" noAdjustHandles="1" noChangeArrowheads="1" noChangeShapeType="1" noTextEdit="1"/>
          </p:cNvSpPr>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p:cNvSpPr>
            <a:spLocks noGrp="1" noRot="1" noChangeAspect="1" noMove="1" noResize="1" noEditPoints="1" noAdjustHandles="1" noChangeArrowheads="1" noChangeShapeType="1" noTextEdit="1"/>
          </p:cNvSpPr>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p:cNvSpPr>
            <a:spLocks noGrp="1" noRot="1" noChangeAspect="1" noMove="1" noResize="1" noEditPoints="1" noAdjustHandles="1" noChangeArrowheads="1" noChangeShapeType="1" noTextEdit="1"/>
          </p:cNvSpPr>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a:spLocks noGrp="1" noRot="1" noChangeAspect="1" noMove="1" noResize="1" noEditPoints="1" noAdjustHandles="1" noChangeArrowheads="1" noChangeShapeType="1" noTextEdit="1"/>
          </p:cNvSpPr>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 Placeholder 2"/>
          <p:cNvGraphicFramePr/>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8929" y="629266"/>
            <a:ext cx="3505495" cy="1622321"/>
          </a:xfrm>
        </p:spPr>
        <p:txBody>
          <a:bodyPr vert="horz" lIns="91440" tIns="45720" rIns="91440" bIns="45720" rtlCol="0" anchor="ctr">
            <a:normAutofit/>
          </a:bodyPr>
          <a:lstStyle/>
          <a:p>
            <a:pPr>
              <a:spcBef>
                <a:spcPct val="0"/>
              </a:spcBef>
            </a:pPr>
            <a:r>
              <a:rPr lang="en-US" kern="1200" dirty="0">
                <a:latin typeface="+mj-lt"/>
                <a:ea typeface="+mj-ea"/>
                <a:cs typeface="+mj-cs"/>
              </a:rPr>
              <a:t>ECMAScript Vs </a:t>
            </a:r>
            <a:r>
              <a:rPr lang="en-US" dirty="0"/>
              <a:t>JavaScript</a:t>
            </a:r>
            <a:endParaRPr lang="en-US" kern="1200" dirty="0">
              <a:latin typeface="+mj-lt"/>
              <a:cs typeface="Calibri Light" panose="020F0302020204030204"/>
            </a:endParaRPr>
          </a:p>
        </p:txBody>
      </p:sp>
      <p:sp>
        <p:nvSpPr>
          <p:cNvPr id="3" name="Text Placeholder 2"/>
          <p:cNvSpPr>
            <a:spLocks noGrp="1"/>
          </p:cNvSpPr>
          <p:nvPr>
            <p:ph type="body" idx="1"/>
          </p:nvPr>
        </p:nvSpPr>
        <p:spPr>
          <a:xfrm>
            <a:off x="648931" y="2438400"/>
            <a:ext cx="3505494" cy="3785419"/>
          </a:xfrm>
        </p:spPr>
        <p:txBody>
          <a:bodyPr vert="horz" lIns="91440" tIns="45720" rIns="91440" bIns="45720" rtlCol="0">
            <a:normAutofit/>
          </a:bodyPr>
          <a:lstStyle/>
          <a:p>
            <a:pPr marL="608965" indent="-228600">
              <a:buFont typeface="Arial" panose="020B0604020202020204" pitchFamily="34" charset="0"/>
              <a:buChar char="•"/>
            </a:pPr>
            <a:r>
              <a:rPr lang="en-US" sz="2000" dirty="0"/>
              <a:t>ECMAScript/JavaScript are Always Evolving</a:t>
            </a:r>
            <a:endParaRPr lang="en-US" sz="2000" dirty="0"/>
          </a:p>
        </p:txBody>
      </p:sp>
      <p:sp>
        <p:nvSpPr>
          <p:cNvPr id="9" name="Rectangle 8"/>
          <p:cNvSpPr>
            <a:spLocks noGrp="1" noRot="1" noChangeAspect="1" noMove="1" noResize="1" noEditPoints="1" noAdjustHandles="1" noChangeArrowheads="1" noChangeShapeType="1" noTextEdit="1"/>
          </p:cNvSpPr>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9"/>
          <p:cNvSpPr>
            <a:spLocks noGrp="1" noRot="1" noChangeAspect="1" noMove="1" noResize="1" noEditPoints="1" noAdjustHandles="1" noChangeArrowheads="1" noChangeShapeType="1" noTextEdit="1"/>
          </p:cNvSpPr>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Diagram&#10;&#10;Description automatically generated"/>
          <p:cNvPicPr>
            <a:picLocks noChangeAspect="1"/>
          </p:cNvPicPr>
          <p:nvPr/>
        </p:nvPicPr>
        <p:blipFill>
          <a:blip r:embed="rId1"/>
          <a:stretch>
            <a:fillRect/>
          </a:stretch>
        </p:blipFill>
        <p:spPr>
          <a:xfrm>
            <a:off x="5405862" y="2148269"/>
            <a:ext cx="6019331" cy="2558215"/>
          </a:xfrm>
          <a:prstGeom prst="rect">
            <a:avLst/>
          </a:prstGeom>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1">
            <a:duotone>
              <a:schemeClr val="bg2">
                <a:shade val="45000"/>
                <a:satMod val="135000"/>
              </a:schemeClr>
              <a:prstClr val="white"/>
            </a:duotone>
          </a:blip>
          <a:srcRect t="11535" r="9085" b="11736"/>
          <a:stretch>
            <a:fillRect/>
          </a:stretch>
        </p:blipFill>
        <p:spPr>
          <a:xfrm>
            <a:off x="20" y="10"/>
            <a:ext cx="12191980" cy="6857990"/>
          </a:xfrm>
          <a:prstGeom prst="rect">
            <a:avLst/>
          </a:prstGeom>
        </p:spPr>
      </p:pic>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pPr>
              <a:spcBef>
                <a:spcPct val="0"/>
              </a:spcBef>
            </a:pPr>
            <a:r>
              <a:rPr lang="en-US"/>
              <a:t>JavaScript Framework</a:t>
            </a:r>
            <a:endParaRPr lang="en-US"/>
          </a:p>
        </p:txBody>
      </p:sp>
      <p:graphicFrame>
        <p:nvGraphicFramePr>
          <p:cNvPr id="5" name="Text Placeholder 2"/>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rotWithShape="1">
          <a:blip r:embed="rId1">
            <a:alphaModFix amt="35000"/>
          </a:blip>
          <a:srcRect t="2008" r="1" b="13753"/>
          <a:stretch>
            <a:fillRect/>
          </a:stretch>
        </p:blipFill>
        <p:spPr>
          <a:xfrm>
            <a:off x="-4243" y="10"/>
            <a:ext cx="12196243" cy="6857990"/>
          </a:xfrm>
          <a:prstGeom prst="rect">
            <a:avLst/>
          </a:prstGeom>
        </p:spPr>
      </p:pic>
      <p:sp>
        <p:nvSpPr>
          <p:cNvPr id="2" name="Title 1"/>
          <p:cNvSpPr>
            <a:spLocks noGrp="1"/>
          </p:cNvSpPr>
          <p:nvPr>
            <p:ph type="title"/>
          </p:nvPr>
        </p:nvSpPr>
        <p:spPr>
          <a:xfrm>
            <a:off x="643467" y="321734"/>
            <a:ext cx="10905066" cy="1135737"/>
          </a:xfrm>
        </p:spPr>
        <p:txBody>
          <a:bodyPr vert="horz" lIns="91440" tIns="45720" rIns="91440" bIns="45720" rtlCol="0" anchor="ctr">
            <a:normAutofit/>
          </a:bodyPr>
          <a:lstStyle/>
          <a:p>
            <a:pPr>
              <a:spcBef>
                <a:spcPct val="0"/>
              </a:spcBef>
            </a:pPr>
            <a:r>
              <a:rPr lang="en-US" sz="3600"/>
              <a:t>The Console</a:t>
            </a:r>
            <a:endParaRPr lang="en-US" sz="3600"/>
          </a:p>
        </p:txBody>
      </p:sp>
      <p:sp>
        <p:nvSpPr>
          <p:cNvPr id="25" name="Rectangle 24"/>
          <p:cNvSpPr>
            <a:spLocks noGrp="1" noRot="1" noChangeAspect="1" noMove="1" noResize="1" noEditPoints="1" noAdjustHandles="1" noChangeArrowheads="1" noChangeShapeType="1" noTextEdit="1"/>
          </p:cNvSpPr>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p:cNvSpPr>
            <a:spLocks noGrp="1" noRot="1" noChangeAspect="1" noMove="1" noResize="1" noEditPoints="1" noAdjustHandles="1" noChangeArrowheads="1" noChangeShapeType="1" noTextEdit="1"/>
          </p:cNvSpPr>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p:cNvSpPr>
            <a:spLocks noGrp="1" noRot="1" noChangeAspect="1" noMove="1" noResize="1" noEditPoints="1" noAdjustHandles="1" noChangeArrowheads="1" noChangeShapeType="1" noTextEdit="1"/>
          </p:cNvSpPr>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a:spLocks noGrp="1" noRot="1" noChangeAspect="1" noMove="1" noResize="1" noEditPoints="1" noAdjustHandles="1" noChangeArrowheads="1" noChangeShapeType="1" noTextEdit="1"/>
          </p:cNvSpPr>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ext Placeholder 2"/>
          <p:cNvGraphicFramePr/>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838201" y="643467"/>
            <a:ext cx="3888526" cy="1800526"/>
          </a:xfrm>
        </p:spPr>
        <p:txBody>
          <a:bodyPr vert="horz" lIns="91440" tIns="45720" rIns="91440" bIns="45720" rtlCol="0" anchor="ctr">
            <a:normAutofit/>
          </a:bodyPr>
          <a:lstStyle/>
          <a:p>
            <a:pPr>
              <a:spcBef>
                <a:spcPct val="0"/>
              </a:spcBef>
            </a:pPr>
            <a:r>
              <a:rPr lang="en-US" kern="1200">
                <a:solidFill>
                  <a:schemeClr val="tx1"/>
                </a:solidFill>
                <a:latin typeface="+mj-lt"/>
                <a:ea typeface="+mj-ea"/>
                <a:cs typeface="+mj-cs"/>
              </a:rPr>
              <a:t>Variables</a:t>
            </a:r>
            <a:endParaRPr lang="en-US" kern="1200">
              <a:solidFill>
                <a:schemeClr val="tx1"/>
              </a:solidFill>
              <a:latin typeface="+mj-lt"/>
              <a:ea typeface="+mj-ea"/>
              <a:cs typeface="+mj-cs"/>
            </a:endParaRPr>
          </a:p>
        </p:txBody>
      </p:sp>
      <p:sp>
        <p:nvSpPr>
          <p:cNvPr id="3" name="Text Placeholder 2"/>
          <p:cNvSpPr>
            <a:spLocks noGrp="1"/>
          </p:cNvSpPr>
          <p:nvPr>
            <p:ph type="body" idx="1"/>
          </p:nvPr>
        </p:nvSpPr>
        <p:spPr>
          <a:xfrm>
            <a:off x="838201" y="2118959"/>
            <a:ext cx="5187147" cy="4058003"/>
          </a:xfrm>
        </p:spPr>
        <p:txBody>
          <a:bodyPr vert="horz" lIns="91440" tIns="45720" rIns="91440" bIns="45720" rtlCol="0">
            <a:normAutofit/>
          </a:bodyPr>
          <a:lstStyle/>
          <a:p>
            <a:pPr marL="152400" indent="-228600">
              <a:buFont typeface="Arial" panose="020B0604020202020204" pitchFamily="34" charset="0"/>
              <a:buChar char="•"/>
            </a:pPr>
            <a:r>
              <a:rPr lang="en-US" sz="1700" dirty="0"/>
              <a:t>What is a Variable</a:t>
            </a:r>
            <a:endParaRPr lang="en-US" sz="1700"/>
          </a:p>
          <a:p>
            <a:pPr marL="152400" indent="-228600">
              <a:buFont typeface="Arial" panose="020B0604020202020204" pitchFamily="34" charset="0"/>
              <a:buChar char="•"/>
            </a:pPr>
            <a:r>
              <a:rPr lang="en-US" sz="1700" dirty="0"/>
              <a:t>Data in a computer is stored in memory  For example a value of Josh is stored in memory address of  0009aa884b(This is a long, complicated number) so instead we use a variable called name to represent the memory address.</a:t>
            </a:r>
            <a:endParaRPr lang="en-US" sz="1700" dirty="0">
              <a:cs typeface="Calibri" panose="020F0502020204030204"/>
            </a:endParaRPr>
          </a:p>
          <a:p>
            <a:pPr marL="152400" indent="-228600">
              <a:buFont typeface="Arial" panose="020B0604020202020204" pitchFamily="34" charset="0"/>
              <a:buChar char="•"/>
            </a:pPr>
            <a:r>
              <a:rPr lang="en-US" sz="1700" dirty="0">
                <a:cs typeface="Calibri" panose="020F0502020204030204"/>
              </a:rPr>
              <a:t>JavaScript variables are storage for data, where programs can store value. Basically, It’s an area of memory where JavaScript stores the data.</a:t>
            </a:r>
            <a:endParaRPr lang="en-US" dirty="0">
              <a:cs typeface="Calibri" panose="020F0502020204030204"/>
            </a:endParaRPr>
          </a:p>
          <a:p>
            <a:pPr marL="152400" indent="-228600">
              <a:buFont typeface="Arial" panose="020B0604020202020204" pitchFamily="34" charset="0"/>
              <a:buChar char="•"/>
            </a:pPr>
            <a:r>
              <a:rPr lang="en-US" sz="1700" dirty="0">
                <a:cs typeface="Calibri" panose="020F0502020204030204"/>
              </a:rPr>
              <a:t>We usually assign a name to the memory. The programs can then use the variable name to identify the memory location. It makes the coding easier.</a:t>
            </a:r>
            <a:endParaRPr lang="en-US">
              <a:cs typeface="Calibri" panose="020F0502020204030204"/>
            </a:endParaRPr>
          </a:p>
          <a:p>
            <a:pPr marL="608965" indent="-228600">
              <a:buFont typeface="Arial" panose="020B0604020202020204" pitchFamily="34" charset="0"/>
              <a:buChar char="•"/>
            </a:pPr>
            <a:endParaRPr lang="en-US" sz="1700"/>
          </a:p>
        </p:txBody>
      </p:sp>
      <p:pic>
        <p:nvPicPr>
          <p:cNvPr id="4" name="Picture 5" descr="Diagram&#10;&#10;Description automatically generated"/>
          <p:cNvPicPr>
            <a:picLocks noChangeAspect="1"/>
          </p:cNvPicPr>
          <p:nvPr/>
        </p:nvPicPr>
        <p:blipFill>
          <a:blip r:embed="rId1"/>
          <a:stretch>
            <a:fillRect/>
          </a:stretch>
        </p:blipFill>
        <p:spPr>
          <a:xfrm>
            <a:off x="6355724" y="1640846"/>
            <a:ext cx="5619481" cy="35763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59" y="667946"/>
            <a:ext cx="7521200" cy="928446"/>
          </a:xfrm>
        </p:spPr>
        <p:txBody>
          <a:bodyPr/>
          <a:lstStyle/>
          <a:p>
            <a:r>
              <a:rPr lang="en-US" b="1" dirty="0">
                <a:cs typeface="Calibri Light" panose="020F0302020204030204"/>
              </a:rPr>
              <a:t>Declaring Variables</a:t>
            </a:r>
            <a:endParaRPr lang="en-US" b="1" dirty="0"/>
          </a:p>
        </p:txBody>
      </p:sp>
      <p:sp>
        <p:nvSpPr>
          <p:cNvPr id="3" name="Text Placeholder 2"/>
          <p:cNvSpPr>
            <a:spLocks noGrp="1"/>
          </p:cNvSpPr>
          <p:nvPr>
            <p:ph type="body" idx="1"/>
          </p:nvPr>
        </p:nvSpPr>
        <p:spPr>
          <a:xfrm>
            <a:off x="609600" y="2017057"/>
            <a:ext cx="10526270" cy="4165143"/>
          </a:xfrm>
        </p:spPr>
        <p:txBody>
          <a:bodyPr/>
          <a:lstStyle/>
          <a:p>
            <a:pPr marL="152400" indent="0">
              <a:buNone/>
            </a:pPr>
            <a:r>
              <a:rPr lang="en-US" dirty="0">
                <a:ea typeface="+mn-lt"/>
                <a:cs typeface="+mn-lt"/>
              </a:rPr>
              <a:t>We need to create the variables before using them. In JavaScript, we call it </a:t>
            </a:r>
            <a:r>
              <a:rPr lang="en-US" b="1" dirty="0">
                <a:ea typeface="+mn-lt"/>
                <a:cs typeface="+mn-lt"/>
              </a:rPr>
              <a:t>declaring the variable</a:t>
            </a:r>
            <a:r>
              <a:rPr lang="en-US" dirty="0">
                <a:ea typeface="+mn-lt"/>
                <a:cs typeface="+mn-lt"/>
              </a:rPr>
              <a:t>. There are three keywords using which we can declare a variable.</a:t>
            </a:r>
            <a:endParaRPr lang="en-US" dirty="0">
              <a:cs typeface="Calibri" panose="020F0502020204030204"/>
            </a:endParaRPr>
          </a:p>
          <a:p>
            <a:pPr marL="152400" indent="0">
              <a:buNone/>
            </a:pPr>
            <a:r>
              <a:rPr lang="en-US" dirty="0">
                <a:ea typeface="+mn-lt"/>
                <a:cs typeface="+mn-lt"/>
              </a:rPr>
              <a:t>They are :</a:t>
            </a:r>
            <a:endParaRPr lang="en-US" dirty="0">
              <a:cs typeface="Calibri" panose="020F0502020204030204"/>
            </a:endParaRPr>
          </a:p>
          <a:p>
            <a:pPr marL="608965" indent="-456565"/>
            <a:r>
              <a:rPr lang="en-US" dirty="0">
                <a:solidFill>
                  <a:schemeClr val="tx1"/>
                </a:solidFill>
                <a:highlight>
                  <a:srgbClr val="FF0000"/>
                </a:highlight>
                <a:ea typeface="+mn-lt"/>
                <a:cs typeface="+mn-lt"/>
              </a:rPr>
              <a:t>var</a:t>
            </a:r>
            <a:endParaRPr lang="en-US" dirty="0">
              <a:solidFill>
                <a:schemeClr val="tx1"/>
              </a:solidFill>
              <a:highlight>
                <a:srgbClr val="FF0000"/>
              </a:highlight>
            </a:endParaRPr>
          </a:p>
          <a:p>
            <a:pPr marL="608965" indent="-456565"/>
            <a:r>
              <a:rPr lang="en-US" dirty="0">
                <a:ea typeface="+mn-lt"/>
                <a:cs typeface="+mn-lt"/>
              </a:rPr>
              <a:t>let </a:t>
            </a:r>
            <a:endParaRPr lang="en-US" dirty="0"/>
          </a:p>
          <a:p>
            <a:pPr marL="608965" indent="-456565"/>
            <a:r>
              <a:rPr lang="en-US" dirty="0">
                <a:ea typeface="+mn-lt"/>
                <a:cs typeface="+mn-lt"/>
              </a:rPr>
              <a:t>const</a:t>
            </a:r>
            <a:endParaRPr lang="en-US" dirty="0"/>
          </a:p>
          <a:p>
            <a:pPr marL="152400" indent="0">
              <a:buNone/>
            </a:pPr>
            <a:r>
              <a:rPr lang="en-US" dirty="0">
                <a:ea typeface="+mn-lt"/>
                <a:cs typeface="+mn-lt"/>
              </a:rPr>
              <a:t>To declare a variable we use the keyword followed by name of the variable that we want to declare.</a:t>
            </a: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panose="020F0302020204030204"/>
              </a:rPr>
              <a:t>Let </a:t>
            </a:r>
            <a:endParaRPr lang="en-US" dirty="0"/>
          </a:p>
        </p:txBody>
      </p:sp>
      <p:sp>
        <p:nvSpPr>
          <p:cNvPr id="3" name="Text Placeholder 2"/>
          <p:cNvSpPr>
            <a:spLocks noGrp="1"/>
          </p:cNvSpPr>
          <p:nvPr>
            <p:ph type="body" idx="1"/>
          </p:nvPr>
        </p:nvSpPr>
        <p:spPr/>
        <p:txBody>
          <a:bodyPr/>
          <a:lstStyle/>
          <a:p>
            <a:pPr marL="608965" indent="-456565"/>
            <a:r>
              <a:rPr lang="en-US" dirty="0">
                <a:ea typeface="+mn-lt"/>
                <a:cs typeface="+mn-lt"/>
              </a:rPr>
              <a:t>You can only override the value  but not redeclare..</a:t>
            </a: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mj-lt"/>
                <a:cs typeface="+mj-lt"/>
              </a:rPr>
              <a:t>Const Keyword</a:t>
            </a:r>
            <a:endParaRPr lang="en-US" dirty="0"/>
          </a:p>
        </p:txBody>
      </p:sp>
      <p:sp>
        <p:nvSpPr>
          <p:cNvPr id="3" name="Text Placeholder 2"/>
          <p:cNvSpPr>
            <a:spLocks noGrp="1"/>
          </p:cNvSpPr>
          <p:nvPr>
            <p:ph type="body" idx="1"/>
          </p:nvPr>
        </p:nvSpPr>
        <p:spPr>
          <a:xfrm>
            <a:off x="609600" y="2661000"/>
            <a:ext cx="9055638" cy="3521200"/>
          </a:xfrm>
        </p:spPr>
        <p:txBody>
          <a:bodyPr/>
          <a:lstStyle/>
          <a:p>
            <a:pPr marL="608965" indent="-456565"/>
            <a:r>
              <a:rPr lang="en-US" dirty="0">
                <a:ea typeface="+mn-lt"/>
                <a:cs typeface="+mn-lt"/>
              </a:rPr>
              <a:t>With const when declaring you have to give an initial value and that value cannot be reassigned or  redeclared.</a:t>
            </a: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panose="020F0302020204030204"/>
              </a:rPr>
              <a:t>Var</a:t>
            </a:r>
            <a:endParaRPr lang="en-US" dirty="0"/>
          </a:p>
        </p:txBody>
      </p:sp>
      <p:sp>
        <p:nvSpPr>
          <p:cNvPr id="3" name="Text Placeholder 2"/>
          <p:cNvSpPr>
            <a:spLocks noGrp="1"/>
          </p:cNvSpPr>
          <p:nvPr>
            <p:ph type="body" idx="1"/>
          </p:nvPr>
        </p:nvSpPr>
        <p:spPr/>
        <p:txBody>
          <a:bodyPr/>
          <a:lstStyle/>
          <a:p>
            <a:pPr marL="152400" indent="0">
              <a:buNone/>
            </a:pPr>
            <a:r>
              <a:rPr lang="en-US" b="1" dirty="0">
                <a:ea typeface="+mn-lt"/>
                <a:cs typeface="+mn-lt"/>
              </a:rPr>
              <a:t>Disadvantage :</a:t>
            </a:r>
            <a:endParaRPr lang="en-US" b="1">
              <a:cs typeface="Calibri" panose="020F0502020204030204"/>
            </a:endParaRPr>
          </a:p>
          <a:p>
            <a:pPr marL="152400" indent="0">
              <a:buNone/>
            </a:pPr>
            <a:r>
              <a:rPr lang="en-US" dirty="0">
                <a:ea typeface="+mn-lt"/>
                <a:cs typeface="+mn-lt"/>
              </a:rPr>
              <a:t>Hoisting </a:t>
            </a:r>
            <a:endParaRPr lang="en-US" dirty="0">
              <a:cs typeface="Calibri" panose="020F0502020204030204"/>
            </a:endParaRPr>
          </a:p>
          <a:p>
            <a:pPr marL="152400" indent="0">
              <a:buNone/>
            </a:pPr>
            <a:r>
              <a:rPr lang="en-US" dirty="0">
                <a:ea typeface="+mn-lt"/>
                <a:cs typeface="+mn-lt"/>
              </a:rPr>
              <a:t>Uses function scope not block scope</a:t>
            </a:r>
            <a:endParaRPr lang="en-US" dirty="0">
              <a:cs typeface="Calibri" panose="020F0502020204030204"/>
            </a:endParaRPr>
          </a:p>
          <a:p>
            <a:pPr marL="152400" indent="0">
              <a:buNone/>
            </a:pPr>
            <a:r>
              <a:rPr lang="en-US" dirty="0">
                <a:ea typeface="+mn-lt"/>
                <a:cs typeface="+mn-lt"/>
              </a:rPr>
              <a:t>Allows redeclaration</a:t>
            </a: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7467"/>
            <a:ext cx="7628523" cy="1057234"/>
          </a:xfrm>
        </p:spPr>
        <p:txBody>
          <a:bodyPr/>
          <a:lstStyle/>
          <a:p>
            <a:r>
              <a:rPr lang="en-US" b="1" dirty="0">
                <a:ea typeface="+mj-lt"/>
                <a:cs typeface="+mj-lt"/>
              </a:rPr>
              <a:t>Initializing a variable</a:t>
            </a:r>
            <a:endParaRPr lang="en-US" dirty="0"/>
          </a:p>
        </p:txBody>
      </p:sp>
      <p:sp>
        <p:nvSpPr>
          <p:cNvPr id="3" name="Text Placeholder 2"/>
          <p:cNvSpPr>
            <a:spLocks noGrp="1"/>
          </p:cNvSpPr>
          <p:nvPr>
            <p:ph type="body" idx="1"/>
          </p:nvPr>
        </p:nvSpPr>
        <p:spPr>
          <a:xfrm>
            <a:off x="609600" y="2178043"/>
            <a:ext cx="10365284" cy="4004157"/>
          </a:xfrm>
        </p:spPr>
        <p:txBody>
          <a:bodyPr/>
          <a:lstStyle/>
          <a:p>
            <a:pPr marL="608965" indent="-456565"/>
            <a:endParaRPr lang="en-US" b="1" dirty="0">
              <a:cs typeface="Calibri" panose="020F0502020204030204"/>
            </a:endParaRPr>
          </a:p>
          <a:p>
            <a:pPr marL="608965" indent="-456565"/>
            <a:r>
              <a:rPr lang="en-US" dirty="0">
                <a:ea typeface="+mn-lt"/>
                <a:cs typeface="+mn-lt"/>
              </a:rPr>
              <a:t>Initializing a</a:t>
            </a:r>
            <a:r>
              <a:rPr lang="en-US" i="1" dirty="0">
                <a:ea typeface="+mn-lt"/>
                <a:cs typeface="+mn-lt"/>
              </a:rPr>
              <a:t> </a:t>
            </a:r>
            <a:r>
              <a:rPr lang="en-US" dirty="0">
                <a:ea typeface="+mn-lt"/>
                <a:cs typeface="+mn-lt"/>
              </a:rPr>
              <a:t>variable means storing an initial value in it before using the variable. To store data, we need to make use of the assignment operator. The assignment operator represented by the symbol equals sign (=) is one of the several JavaScript Operators. We use it to assign a new value to a variable.</a:t>
            </a:r>
            <a:endParaRPr lang="en-US" dirty="0"/>
          </a:p>
          <a:p>
            <a:pPr marL="608965" indent="-456565"/>
            <a:endParaRPr lang="en-US" dirty="0">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831" y="221313"/>
            <a:ext cx="7325816" cy="701139"/>
          </a:xfrm>
        </p:spPr>
        <p:txBody>
          <a:bodyPr/>
          <a:lstStyle/>
          <a:p>
            <a:r>
              <a:rPr lang="en-US" dirty="0">
                <a:cs typeface="Calibri Light" panose="020F0302020204030204"/>
              </a:rPr>
              <a:t>Identifiers</a:t>
            </a:r>
            <a:endParaRPr lang="en-US" dirty="0"/>
          </a:p>
        </p:txBody>
      </p:sp>
      <p:sp>
        <p:nvSpPr>
          <p:cNvPr id="3" name="Text Placeholder 2"/>
          <p:cNvSpPr>
            <a:spLocks noGrp="1"/>
          </p:cNvSpPr>
          <p:nvPr>
            <p:ph type="body" idx="1"/>
          </p:nvPr>
        </p:nvSpPr>
        <p:spPr>
          <a:xfrm>
            <a:off x="404447" y="1029539"/>
            <a:ext cx="11389814" cy="5152661"/>
          </a:xfrm>
        </p:spPr>
        <p:txBody>
          <a:bodyPr/>
          <a:lstStyle/>
          <a:p>
            <a:pPr marL="608965" indent="-456565"/>
            <a:r>
              <a:rPr lang="en-US" sz="1800" dirty="0">
                <a:ea typeface="+mn-lt"/>
                <a:cs typeface="+mn-lt"/>
              </a:rPr>
              <a:t>The identifier name must be unique within the scope.</a:t>
            </a:r>
            <a:endParaRPr lang="en-US" sz="1800" dirty="0">
              <a:cs typeface="Calibri" panose="020F0502020204030204"/>
            </a:endParaRPr>
          </a:p>
          <a:p>
            <a:pPr marL="608965" indent="-456565"/>
            <a:r>
              <a:rPr lang="en-US" sz="1800" dirty="0">
                <a:ea typeface="+mn-lt"/>
                <a:cs typeface="+mn-lt"/>
              </a:rPr>
              <a:t>The first letter of an identifier should be a</a:t>
            </a:r>
            <a:endParaRPr lang="en-US" sz="1800" dirty="0">
              <a:cs typeface="Calibri" panose="020F0502020204030204"/>
            </a:endParaRPr>
          </a:p>
          <a:p>
            <a:pPr marL="1218565" lvl="1" indent="-456565"/>
            <a:r>
              <a:rPr lang="en-US" sz="1800" dirty="0">
                <a:ea typeface="+mn-lt"/>
                <a:cs typeface="+mn-lt"/>
              </a:rPr>
              <a:t>upper case letter</a:t>
            </a:r>
            <a:endParaRPr lang="en-US" sz="1800" dirty="0">
              <a:cs typeface="Calibri" panose="020F0502020204030204"/>
            </a:endParaRPr>
          </a:p>
          <a:p>
            <a:pPr marL="1218565" lvl="1" indent="-456565"/>
            <a:r>
              <a:rPr lang="en-US" sz="1800" dirty="0">
                <a:ea typeface="+mn-lt"/>
                <a:cs typeface="+mn-lt"/>
              </a:rPr>
              <a:t>Lower case letter</a:t>
            </a:r>
            <a:endParaRPr lang="en-US" sz="1800" dirty="0">
              <a:cs typeface="Calibri" panose="020F0502020204030204"/>
            </a:endParaRPr>
          </a:p>
          <a:p>
            <a:pPr marL="1218565" lvl="1" indent="-456565"/>
            <a:r>
              <a:rPr lang="en-US" sz="1800" dirty="0">
                <a:ea typeface="+mn-lt"/>
                <a:cs typeface="+mn-lt"/>
              </a:rPr>
              <a:t>underscore</a:t>
            </a:r>
            <a:endParaRPr lang="en-US" sz="1800" dirty="0">
              <a:cs typeface="Calibri" panose="020F0502020204030204"/>
            </a:endParaRPr>
          </a:p>
          <a:p>
            <a:pPr marL="1218565" lvl="1" indent="-456565"/>
            <a:r>
              <a:rPr lang="en-US" sz="1800" dirty="0">
                <a:ea typeface="+mn-lt"/>
                <a:cs typeface="+mn-lt"/>
              </a:rPr>
              <a:t>dollar sign</a:t>
            </a:r>
            <a:endParaRPr lang="en-US" sz="1800" dirty="0">
              <a:cs typeface="Calibri" panose="020F0502020204030204"/>
            </a:endParaRPr>
          </a:p>
          <a:p>
            <a:pPr marL="608965" indent="-456565"/>
            <a:r>
              <a:rPr lang="en-US" sz="1800" dirty="0">
                <a:ea typeface="+mn-lt"/>
                <a:cs typeface="+mn-lt"/>
              </a:rPr>
              <a:t>The subsequent letters of an identifier can have</a:t>
            </a:r>
            <a:endParaRPr lang="en-US" sz="1800" dirty="0">
              <a:cs typeface="Calibri" panose="020F0502020204030204"/>
            </a:endParaRPr>
          </a:p>
          <a:p>
            <a:pPr marL="1218565" lvl="1" indent="-456565"/>
            <a:r>
              <a:rPr lang="en-US" sz="1800" dirty="0">
                <a:ea typeface="+mn-lt"/>
                <a:cs typeface="+mn-lt"/>
              </a:rPr>
              <a:t>upper case letter</a:t>
            </a:r>
            <a:endParaRPr lang="en-US" sz="1800" dirty="0">
              <a:cs typeface="Calibri" panose="020F0502020204030204"/>
            </a:endParaRPr>
          </a:p>
          <a:p>
            <a:pPr marL="1218565" lvl="1" indent="-456565"/>
            <a:r>
              <a:rPr lang="en-US" sz="1800" dirty="0">
                <a:ea typeface="+mn-lt"/>
                <a:cs typeface="+mn-lt"/>
              </a:rPr>
              <a:t>Lower case letter</a:t>
            </a:r>
            <a:endParaRPr lang="en-US" sz="1800" dirty="0">
              <a:cs typeface="Calibri" panose="020F0502020204030204"/>
            </a:endParaRPr>
          </a:p>
          <a:p>
            <a:pPr marL="1218565" lvl="1" indent="-456565"/>
            <a:r>
              <a:rPr lang="en-US" sz="1800" dirty="0">
                <a:ea typeface="+mn-lt"/>
                <a:cs typeface="+mn-lt"/>
              </a:rPr>
              <a:t>underscore</a:t>
            </a:r>
            <a:endParaRPr lang="en-US" sz="1800" dirty="0">
              <a:cs typeface="Calibri" panose="020F0502020204030204"/>
            </a:endParaRPr>
          </a:p>
          <a:p>
            <a:pPr marL="1218565" lvl="1" indent="-456565"/>
            <a:r>
              <a:rPr lang="en-US" sz="1800" dirty="0">
                <a:ea typeface="+mn-lt"/>
                <a:cs typeface="+mn-lt"/>
              </a:rPr>
              <a:t>dollar sign</a:t>
            </a:r>
            <a:endParaRPr lang="en-US" sz="1800" dirty="0">
              <a:cs typeface="Calibri" panose="020F0502020204030204"/>
            </a:endParaRPr>
          </a:p>
          <a:p>
            <a:pPr marL="1218565" lvl="1" indent="-456565"/>
            <a:r>
              <a:rPr lang="en-US" sz="1800" dirty="0">
                <a:ea typeface="+mn-lt"/>
                <a:cs typeface="+mn-lt"/>
              </a:rPr>
              <a:t>numeric digit</a:t>
            </a:r>
            <a:endParaRPr lang="en-US" sz="1800" dirty="0">
              <a:cs typeface="Calibri" panose="020F0502020204030204"/>
            </a:endParaRPr>
          </a:p>
          <a:p>
            <a:pPr marL="608965" indent="-456565"/>
            <a:r>
              <a:rPr lang="en-US" sz="1800" dirty="0">
                <a:ea typeface="+mn-lt"/>
                <a:cs typeface="+mn-lt"/>
              </a:rPr>
              <a:t>We cannot use reserved keywords. </a:t>
            </a:r>
            <a:endParaRPr lang="en-US" sz="1800" dirty="0">
              <a:ea typeface="+mn-lt"/>
              <a:cs typeface="+mn-lt"/>
            </a:endParaRPr>
          </a:p>
          <a:p>
            <a:pPr marL="608965" indent="-456565"/>
            <a:r>
              <a:rPr lang="en-US" sz="1800" dirty="0">
                <a:ea typeface="+mn-lt"/>
                <a:cs typeface="+mn-lt"/>
              </a:rPr>
              <a:t>They are case-sensitive. For Example, </a:t>
            </a:r>
            <a:r>
              <a:rPr lang="en-US" sz="1800" dirty="0" err="1">
                <a:latin typeface="Consolas" panose="020B0609020204030204"/>
              </a:rPr>
              <a:t>sayHello</a:t>
            </a:r>
            <a:r>
              <a:rPr lang="en-US" sz="1800" dirty="0">
                <a:ea typeface="+mn-lt"/>
                <a:cs typeface="+mn-lt"/>
              </a:rPr>
              <a:t> is different from </a:t>
            </a:r>
            <a:r>
              <a:rPr lang="en-US" sz="1800" dirty="0" err="1">
                <a:latin typeface="Consolas" panose="020B0609020204030204"/>
              </a:rPr>
              <a:t>SayHello</a:t>
            </a:r>
            <a:endParaRPr lang="en-US" sz="1800">
              <a:cs typeface="Calibri" panose="020F0502020204030204"/>
            </a:endParaRPr>
          </a:p>
          <a:p>
            <a:pPr marL="608965" indent="-456565"/>
            <a:r>
              <a:rPr lang="en-US" sz="1800" dirty="0">
                <a:ea typeface="+mn-lt"/>
                <a:cs typeface="+mn-lt"/>
              </a:rPr>
              <a:t>Cannot use spaces in a identifier name.</a:t>
            </a:r>
            <a:endParaRPr lang="en-US" sz="1800" dirty="0">
              <a:cs typeface="Calibri" panose="020F0502020204030204"/>
            </a:endParaRPr>
          </a:p>
          <a:p>
            <a:pPr marL="608965" indent="-456565"/>
            <a:r>
              <a:rPr lang="en-US" sz="1800" dirty="0">
                <a:ea typeface="+mn-lt"/>
                <a:cs typeface="+mn-lt"/>
              </a:rPr>
              <a:t>Avoid using the JavaScript Reserved Keywords as identifier name</a:t>
            </a:r>
            <a:endParaRPr lang="en-US" sz="1800" dirty="0">
              <a:cs typeface="Calibri" panose="020F0502020204030204"/>
            </a:endParaRPr>
          </a:p>
          <a:p>
            <a:pPr marL="608965" indent="-456565"/>
            <a:endParaRPr lang="en-US" sz="1800" dirty="0">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Graphical user interface, table&#10;&#10;Description automatically generated"/>
          <p:cNvPicPr>
            <a:picLocks noChangeAspect="1"/>
          </p:cNvPicPr>
          <p:nvPr/>
        </p:nvPicPr>
        <p:blipFill>
          <a:blip r:embed="rId1"/>
          <a:stretch>
            <a:fillRect/>
          </a:stretch>
        </p:blipFill>
        <p:spPr>
          <a:xfrm>
            <a:off x="3026542" y="643466"/>
            <a:ext cx="6138916" cy="55710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j-lt"/>
                <a:cs typeface="+mj-lt"/>
              </a:rPr>
              <a:t>Comments</a:t>
            </a:r>
            <a:endParaRPr lang="en-US" dirty="0"/>
          </a:p>
        </p:txBody>
      </p:sp>
      <p:sp>
        <p:nvSpPr>
          <p:cNvPr id="3" name="Text Placeholder 2"/>
          <p:cNvSpPr>
            <a:spLocks noGrp="1"/>
          </p:cNvSpPr>
          <p:nvPr>
            <p:ph type="body" idx="1"/>
          </p:nvPr>
        </p:nvSpPr>
        <p:spPr>
          <a:xfrm>
            <a:off x="609600" y="2006462"/>
            <a:ext cx="10588738" cy="4175738"/>
          </a:xfrm>
        </p:spPr>
        <p:txBody>
          <a:bodyPr/>
          <a:lstStyle/>
          <a:p>
            <a:pPr marL="608965" indent="-456565"/>
            <a:r>
              <a:rPr lang="en-US" dirty="0">
                <a:ea typeface="+mn-lt"/>
                <a:cs typeface="+mn-lt"/>
              </a:rPr>
              <a:t>The JavaScript allows us to add single line comments or Multi line comments</a:t>
            </a:r>
            <a:endParaRPr lang="en-US" dirty="0"/>
          </a:p>
          <a:p>
            <a:pPr marL="152400" indent="0">
              <a:buNone/>
            </a:pPr>
            <a:endParaRPr lang="en-US" dirty="0">
              <a:ea typeface="+mn-lt"/>
              <a:cs typeface="+mn-lt"/>
            </a:endParaRPr>
          </a:p>
          <a:p>
            <a:pPr marL="608965" indent="-456565"/>
            <a:r>
              <a:rPr lang="en-US" dirty="0">
                <a:ea typeface="+mn-lt"/>
                <a:cs typeface="+mn-lt"/>
              </a:rPr>
              <a:t>Single-line comments ( // ) − Any text between a // and the end of a line is treated as a comment.</a:t>
            </a:r>
            <a:endParaRPr lang="en-US" dirty="0"/>
          </a:p>
          <a:p>
            <a:pPr marL="152400" indent="0">
              <a:buNone/>
            </a:pPr>
            <a:endParaRPr lang="en-US" dirty="0">
              <a:ea typeface="+mn-lt"/>
              <a:cs typeface="+mn-lt"/>
            </a:endParaRPr>
          </a:p>
          <a:p>
            <a:pPr marL="608965" indent="-456565"/>
            <a:r>
              <a:rPr lang="en-US" dirty="0">
                <a:ea typeface="+mn-lt"/>
                <a:cs typeface="+mn-lt"/>
              </a:rPr>
              <a:t>Multi-line comments (/* */) − These comments may span multiple lines.</a:t>
            </a:r>
            <a:endParaRPr lang="en-US" dirty="0">
              <a:cs typeface="Calibri" panose="020F0502020204030204"/>
            </a:endParaRPr>
          </a:p>
          <a:p>
            <a:pPr marL="608965" indent="-456565"/>
            <a:endParaRPr lang="en-US" dirty="0">
              <a:cs typeface="Calibri" panose="020F0502020204030204"/>
            </a:endParaRPr>
          </a:p>
          <a:p>
            <a:pPr marL="152400" indent="0">
              <a:buNone/>
            </a:pP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cs typeface="Calibri Light" panose="020F0302020204030204"/>
              </a:rPr>
              <a:t>Data Type</a:t>
            </a:r>
            <a:endParaRPr lang="en-US" dirty="0">
              <a:cs typeface="Calibri Light" panose="020F0302020204030204"/>
            </a:endParaRPr>
          </a:p>
        </p:txBody>
      </p:sp>
      <p:sp>
        <p:nvSpPr>
          <p:cNvPr id="3" name="Text Placeholder 2"/>
          <p:cNvSpPr>
            <a:spLocks noGrp="1"/>
          </p:cNvSpPr>
          <p:nvPr>
            <p:ph type="body" idx="1"/>
          </p:nvPr>
        </p:nvSpPr>
        <p:spPr>
          <a:xfrm>
            <a:off x="609600" y="1794617"/>
            <a:ext cx="10861473" cy="4387583"/>
          </a:xfrm>
        </p:spPr>
        <p:txBody>
          <a:bodyPr/>
          <a:lstStyle/>
          <a:p>
            <a:pPr marL="608965" indent="-456565"/>
            <a:r>
              <a:rPr lang="en-US" dirty="0">
                <a:ea typeface="+mn-lt"/>
                <a:cs typeface="+mn-lt"/>
              </a:rPr>
              <a:t>JavaScript has two types of values: primitive values and reference values.</a:t>
            </a:r>
            <a:endParaRPr lang="en-US" dirty="0">
              <a:cs typeface="Calibri" panose="020F0502020204030204"/>
            </a:endParaRPr>
          </a:p>
          <a:p>
            <a:pPr marL="608965" indent="-456565"/>
            <a:r>
              <a:rPr lang="en-US" dirty="0">
                <a:ea typeface="+mn-lt"/>
                <a:cs typeface="+mn-lt"/>
              </a:rPr>
              <a:t>You can add, change, or delete properties to a reference value, whereas you cannot do it with a primitive value.</a:t>
            </a:r>
            <a:endParaRPr lang="en-US" dirty="0"/>
          </a:p>
          <a:p>
            <a:pPr marL="608965" indent="-456565"/>
            <a:r>
              <a:rPr lang="en-US" dirty="0">
                <a:ea typeface="+mn-lt"/>
                <a:cs typeface="+mn-lt"/>
              </a:rPr>
              <a:t>Copying a primitive value from one variable to another creates a separate value copy. It means that changing the value in one variable does not affect the other.</a:t>
            </a:r>
            <a:endParaRPr lang="en-US" dirty="0"/>
          </a:p>
          <a:p>
            <a:pPr marL="608965" indent="-456565"/>
            <a:r>
              <a:rPr lang="en-US" dirty="0">
                <a:ea typeface="+mn-lt"/>
                <a:cs typeface="+mn-lt"/>
              </a:rPr>
              <a:t>Copying a reference from one variable to another creates a reference so that two variables refer to the same object. This means that changing the object via one variable reflects in another variable.</a:t>
            </a:r>
            <a:endParaRPr lang="en-US" dirty="0"/>
          </a:p>
          <a:p>
            <a:pPr marL="152400" indent="0">
              <a:buNone/>
            </a:pPr>
            <a:br>
              <a:rPr lang="en-US" dirty="0"/>
            </a:b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panose="020F0302020204030204"/>
              </a:rPr>
              <a:t>Primitive values</a:t>
            </a:r>
            <a:endParaRPr lang="en-US" dirty="0"/>
          </a:p>
        </p:txBody>
      </p:sp>
      <p:sp>
        <p:nvSpPr>
          <p:cNvPr id="3" name="Text Placeholder 2"/>
          <p:cNvSpPr>
            <a:spLocks noGrp="1"/>
          </p:cNvSpPr>
          <p:nvPr>
            <p:ph type="body" idx="1"/>
          </p:nvPr>
        </p:nvSpPr>
        <p:spPr/>
        <p:txBody>
          <a:bodyPr/>
          <a:lstStyle/>
          <a:p>
            <a:pPr marL="608965" indent="-456565"/>
            <a:r>
              <a:rPr lang="en-US" dirty="0">
                <a:cs typeface="Calibri" panose="020F0502020204030204"/>
              </a:rPr>
              <a:t>Number</a:t>
            </a:r>
            <a:endParaRPr lang="en-US" dirty="0"/>
          </a:p>
          <a:p>
            <a:pPr marL="608965" indent="-456565"/>
            <a:r>
              <a:rPr lang="en-US" dirty="0">
                <a:cs typeface="Calibri" panose="020F0502020204030204"/>
              </a:rPr>
              <a:t>String</a:t>
            </a:r>
            <a:endParaRPr lang="en-US" dirty="0">
              <a:cs typeface="Calibri" panose="020F0502020204030204"/>
            </a:endParaRPr>
          </a:p>
          <a:p>
            <a:pPr marL="608965" indent="-456565"/>
            <a:r>
              <a:rPr lang="en-US" dirty="0">
                <a:cs typeface="Calibri" panose="020F0502020204030204"/>
              </a:rPr>
              <a:t>boolean</a:t>
            </a:r>
            <a:endParaRPr lang="en-US" dirty="0">
              <a:cs typeface="Calibri" panose="020F0502020204030204"/>
            </a:endParaRPr>
          </a:p>
          <a:p>
            <a:pPr marL="608965" indent="-456565"/>
            <a:r>
              <a:rPr lang="en-US" dirty="0">
                <a:cs typeface="Calibri" panose="020F0502020204030204"/>
              </a:rPr>
              <a:t>Null</a:t>
            </a:r>
            <a:endParaRPr lang="en-US" dirty="0">
              <a:cs typeface="Calibri" panose="020F0502020204030204"/>
            </a:endParaRPr>
          </a:p>
          <a:p>
            <a:pPr marL="608965" indent="-456565"/>
            <a:r>
              <a:rPr lang="en-US" dirty="0">
                <a:cs typeface="Calibri" panose="020F0502020204030204"/>
              </a:rPr>
              <a:t>Undefined</a:t>
            </a:r>
            <a:endParaRPr lang="en-US" dirty="0">
              <a:cs typeface="Calibri" panose="020F0502020204030204"/>
            </a:endParaRPr>
          </a:p>
          <a:p>
            <a:pPr marL="608965" indent="-456565"/>
            <a:r>
              <a:rPr lang="en-US" dirty="0">
                <a:cs typeface="Calibri" panose="020F0502020204030204"/>
              </a:rPr>
              <a:t>Symbol</a:t>
            </a:r>
            <a:endParaRPr lang="en-US" dirty="0">
              <a:cs typeface="Calibri" panose="020F0502020204030204"/>
            </a:endParaRPr>
          </a:p>
          <a:p>
            <a:pPr marL="608965" indent="-456565"/>
            <a:endParaRPr lang="en-US" dirty="0">
              <a:cs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panose="020F0302020204030204"/>
              </a:rPr>
              <a:t>Reference values</a:t>
            </a:r>
            <a:endParaRPr lang="en-US" dirty="0"/>
          </a:p>
        </p:txBody>
      </p:sp>
      <p:sp>
        <p:nvSpPr>
          <p:cNvPr id="3" name="Text Placeholder 2"/>
          <p:cNvSpPr>
            <a:spLocks noGrp="1"/>
          </p:cNvSpPr>
          <p:nvPr>
            <p:ph type="body" idx="1"/>
          </p:nvPr>
        </p:nvSpPr>
        <p:spPr/>
        <p:txBody>
          <a:bodyPr/>
          <a:lstStyle/>
          <a:p>
            <a:pPr marL="608965" indent="-456565"/>
            <a:r>
              <a:rPr lang="en-US" dirty="0">
                <a:cs typeface="Calibri" panose="020F0502020204030204"/>
              </a:rPr>
              <a:t>Object</a:t>
            </a:r>
            <a:endParaRPr lang="en-US" dirty="0">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3614</Words>
  <Application>WPS Presentation</Application>
  <PresentationFormat>Widescreen</PresentationFormat>
  <Paragraphs>129</Paragraphs>
  <Slides>22</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22</vt:i4>
      </vt:variant>
    </vt:vector>
  </HeadingPairs>
  <TitlesOfParts>
    <vt:vector size="36" baseType="lpstr">
      <vt:lpstr>Arial</vt:lpstr>
      <vt:lpstr>SimSun</vt:lpstr>
      <vt:lpstr>Wingdings</vt:lpstr>
      <vt:lpstr>Calibri</vt:lpstr>
      <vt:lpstr>Times New Roman</vt:lpstr>
      <vt:lpstr>Times New Roman</vt:lpstr>
      <vt:lpstr>Calibri Light</vt:lpstr>
      <vt:lpstr>Calibri</vt:lpstr>
      <vt:lpstr>Microsoft YaHei</vt:lpstr>
      <vt:lpstr>Arial Unicode MS</vt:lpstr>
      <vt:lpstr>Consolas</vt:lpstr>
      <vt:lpstr>Calibri Light</vt:lpstr>
      <vt:lpstr>office theme</vt:lpstr>
      <vt:lpstr>Office Theme</vt:lpstr>
      <vt:lpstr> INTRODUCTION TO  JAVASCRIPT</vt:lpstr>
      <vt:lpstr>What is JavaScript</vt:lpstr>
      <vt:lpstr>How JavaScript code Executes</vt:lpstr>
      <vt:lpstr>How do Webpages Work</vt:lpstr>
      <vt:lpstr>Dynamic interpreted, Weakly Typed</vt:lpstr>
      <vt:lpstr>JavaScript Runs on a Hosted Environment</vt:lpstr>
      <vt:lpstr>What is ECMAScript</vt:lpstr>
      <vt:lpstr>ECMAScript Vs JavaScript</vt:lpstr>
      <vt:lpstr>JavaScript Framework</vt:lpstr>
      <vt:lpstr>The Console</vt:lpstr>
      <vt:lpstr>Variables</vt:lpstr>
      <vt:lpstr>Declaring Variables</vt:lpstr>
      <vt:lpstr>Let </vt:lpstr>
      <vt:lpstr>Const Keyword</vt:lpstr>
      <vt:lpstr>Var</vt:lpstr>
      <vt:lpstr>Initializing a variable</vt:lpstr>
      <vt:lpstr>Identifiers</vt:lpstr>
      <vt:lpstr>PowerPoint 演示文稿</vt:lpstr>
      <vt:lpstr>Comments</vt:lpstr>
      <vt:lpstr>Data Type</vt:lpstr>
      <vt:lpstr>Primitive values</vt:lpstr>
      <vt:lpstr>Reference values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JONATHAN MWANDI</cp:lastModifiedBy>
  <cp:revision>242</cp:revision>
  <dcterms:created xsi:type="dcterms:W3CDTF">2022-10-10T23:26:00Z</dcterms:created>
  <dcterms:modified xsi:type="dcterms:W3CDTF">2026-02-20T18:02:45Z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2F49FABB34F64DD48A5ECBD1D9E76B76_12</vt:lpwstr>
  </property>
  <property fmtid="{D5CDD505-2E9C-101B-9397-08002B2CF9AE}" pid="3" name="KSOProductBuildVer">
    <vt:lpwstr>1033-12.2.0.23196</vt:lpwstr>
  </property>
</Properties>
</file>